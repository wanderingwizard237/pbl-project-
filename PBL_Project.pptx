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5"/>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75650-05DC-4010-A491-9A2371B4AFB4}" v="30" dt="2025-10-12T20:19:06.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Aggarwal" userId="aa0dd7aca5ba01c4" providerId="LiveId" clId="{9632C8BB-0281-4FA5-9026-04B72B391629}"/>
    <pc:docChg chg="undo custSel addSld delSld modSld">
      <pc:chgData name="Aditya Aggarwal" userId="aa0dd7aca5ba01c4" providerId="LiveId" clId="{9632C8BB-0281-4FA5-9026-04B72B391629}" dt="2025-10-12T20:20:12.503" v="419" actId="255"/>
      <pc:docMkLst>
        <pc:docMk/>
      </pc:docMkLst>
      <pc:sldChg chg="addSp delSp delDesignElem">
        <pc:chgData name="Aditya Aggarwal" userId="aa0dd7aca5ba01c4" providerId="LiveId" clId="{9632C8BB-0281-4FA5-9026-04B72B391629}" dt="2025-10-12T20:19:06.587" v="400"/>
        <pc:sldMkLst>
          <pc:docMk/>
          <pc:sldMk cId="3063439619" sldId="256"/>
        </pc:sldMkLst>
        <pc:spChg chg="add del">
          <ac:chgData name="Aditya Aggarwal" userId="aa0dd7aca5ba01c4" providerId="LiveId" clId="{9632C8BB-0281-4FA5-9026-04B72B391629}" dt="2025-10-12T20:19:06.587" v="400"/>
          <ac:spMkLst>
            <pc:docMk/>
            <pc:sldMk cId="3063439619" sldId="256"/>
            <ac:spMk id="10" creationId="{55B419A7-F817-4767-8CCB-FB0E189C4ACD}"/>
          </ac:spMkLst>
        </pc:spChg>
        <pc:spChg chg="add del">
          <ac:chgData name="Aditya Aggarwal" userId="aa0dd7aca5ba01c4" providerId="LiveId" clId="{9632C8BB-0281-4FA5-9026-04B72B391629}" dt="2025-10-12T20:19:06.587" v="400"/>
          <ac:spMkLst>
            <pc:docMk/>
            <pc:sldMk cId="3063439619" sldId="256"/>
            <ac:spMk id="12" creationId="{AAD3D935-ECFC-4862-B395-207C13BAC3B7}"/>
          </ac:spMkLst>
        </pc:spChg>
        <pc:spChg chg="add del">
          <ac:chgData name="Aditya Aggarwal" userId="aa0dd7aca5ba01c4" providerId="LiveId" clId="{9632C8BB-0281-4FA5-9026-04B72B391629}" dt="2025-10-12T20:19:06.587" v="400"/>
          <ac:spMkLst>
            <pc:docMk/>
            <pc:sldMk cId="3063439619" sldId="256"/>
            <ac:spMk id="16" creationId="{ADA271CD-3011-4A05-B4A3-80F1794684F2}"/>
          </ac:spMkLst>
        </pc:spChg>
        <pc:cxnChg chg="add del">
          <ac:chgData name="Aditya Aggarwal" userId="aa0dd7aca5ba01c4" providerId="LiveId" clId="{9632C8BB-0281-4FA5-9026-04B72B391629}" dt="2025-10-12T20:19:06.587" v="400"/>
          <ac:cxnSpMkLst>
            <pc:docMk/>
            <pc:sldMk cId="3063439619" sldId="256"/>
            <ac:cxnSpMk id="14" creationId="{E3B95BE3-D5B2-4F38-9A01-17866C9FBA6E}"/>
          </ac:cxnSpMkLst>
        </pc:cxnChg>
      </pc:sldChg>
      <pc:sldChg chg="addSp delSp delDesignElem">
        <pc:chgData name="Aditya Aggarwal" userId="aa0dd7aca5ba01c4" providerId="LiveId" clId="{9632C8BB-0281-4FA5-9026-04B72B391629}" dt="2025-10-12T20:19:06.587" v="400"/>
        <pc:sldMkLst>
          <pc:docMk/>
          <pc:sldMk cId="3292960089" sldId="259"/>
        </pc:sldMkLst>
        <pc:spChg chg="add del">
          <ac:chgData name="Aditya Aggarwal" userId="aa0dd7aca5ba01c4" providerId="LiveId" clId="{9632C8BB-0281-4FA5-9026-04B72B391629}" dt="2025-10-12T20:19:06.587" v="400"/>
          <ac:spMkLst>
            <pc:docMk/>
            <pc:sldMk cId="3292960089" sldId="259"/>
            <ac:spMk id="8" creationId="{C5176844-69C3-4F79-BE38-EA5BDDF4FEA4}"/>
          </ac:spMkLst>
        </pc:spChg>
        <pc:spChg chg="add del">
          <ac:chgData name="Aditya Aggarwal" userId="aa0dd7aca5ba01c4" providerId="LiveId" clId="{9632C8BB-0281-4FA5-9026-04B72B391629}" dt="2025-10-12T20:19:06.587" v="400"/>
          <ac:spMkLst>
            <pc:docMk/>
            <pc:sldMk cId="3292960089" sldId="259"/>
            <ac:spMk id="10" creationId="{1CF1AAE4-D0BC-430F-A613-7BBAAECA0C2D}"/>
          </ac:spMkLst>
        </pc:spChg>
        <pc:spChg chg="add del">
          <ac:chgData name="Aditya Aggarwal" userId="aa0dd7aca5ba01c4" providerId="LiveId" clId="{9632C8BB-0281-4FA5-9026-04B72B391629}" dt="2025-10-12T20:19:06.587" v="400"/>
          <ac:spMkLst>
            <pc:docMk/>
            <pc:sldMk cId="3292960089" sldId="259"/>
            <ac:spMk id="12" creationId="{A101E513-AF74-4E9D-A31F-99664250722D}"/>
          </ac:spMkLst>
        </pc:spChg>
      </pc:sldChg>
      <pc:sldChg chg="addSp delSp delDesignElem">
        <pc:chgData name="Aditya Aggarwal" userId="aa0dd7aca5ba01c4" providerId="LiveId" clId="{9632C8BB-0281-4FA5-9026-04B72B391629}" dt="2025-10-12T20:19:06.587" v="400"/>
        <pc:sldMkLst>
          <pc:docMk/>
          <pc:sldMk cId="1625685859" sldId="261"/>
        </pc:sldMkLst>
        <pc:spChg chg="add del">
          <ac:chgData name="Aditya Aggarwal" userId="aa0dd7aca5ba01c4" providerId="LiveId" clId="{9632C8BB-0281-4FA5-9026-04B72B391629}" dt="2025-10-12T20:19:06.587" v="400"/>
          <ac:spMkLst>
            <pc:docMk/>
            <pc:sldMk cId="1625685859" sldId="261"/>
            <ac:spMk id="8" creationId="{C5176844-69C3-4F79-BE38-EA5BDDF4FEA4}"/>
          </ac:spMkLst>
        </pc:spChg>
        <pc:spChg chg="add del">
          <ac:chgData name="Aditya Aggarwal" userId="aa0dd7aca5ba01c4" providerId="LiveId" clId="{9632C8BB-0281-4FA5-9026-04B72B391629}" dt="2025-10-12T20:19:06.587" v="400"/>
          <ac:spMkLst>
            <pc:docMk/>
            <pc:sldMk cId="1625685859" sldId="261"/>
            <ac:spMk id="10" creationId="{1CF1AAE4-D0BC-430F-A613-7BBAAECA0C2D}"/>
          </ac:spMkLst>
        </pc:spChg>
        <pc:spChg chg="add del">
          <ac:chgData name="Aditya Aggarwal" userId="aa0dd7aca5ba01c4" providerId="LiveId" clId="{9632C8BB-0281-4FA5-9026-04B72B391629}" dt="2025-10-12T20:19:06.587" v="400"/>
          <ac:spMkLst>
            <pc:docMk/>
            <pc:sldMk cId="1625685859" sldId="261"/>
            <ac:spMk id="12" creationId="{A101E513-AF74-4E9D-A31F-99664250722D}"/>
          </ac:spMkLst>
        </pc:spChg>
      </pc:sldChg>
      <pc:sldChg chg="addSp delSp delDesignElem">
        <pc:chgData name="Aditya Aggarwal" userId="aa0dd7aca5ba01c4" providerId="LiveId" clId="{9632C8BB-0281-4FA5-9026-04B72B391629}" dt="2025-10-12T20:19:06.587" v="400"/>
        <pc:sldMkLst>
          <pc:docMk/>
          <pc:sldMk cId="664492568" sldId="264"/>
        </pc:sldMkLst>
        <pc:spChg chg="add del">
          <ac:chgData name="Aditya Aggarwal" userId="aa0dd7aca5ba01c4" providerId="LiveId" clId="{9632C8BB-0281-4FA5-9026-04B72B391629}" dt="2025-10-12T20:19:06.587" v="400"/>
          <ac:spMkLst>
            <pc:docMk/>
            <pc:sldMk cId="664492568" sldId="264"/>
            <ac:spMk id="8" creationId="{C5176844-69C3-4F79-BE38-EA5BDDF4FEA4}"/>
          </ac:spMkLst>
        </pc:spChg>
        <pc:spChg chg="add del">
          <ac:chgData name="Aditya Aggarwal" userId="aa0dd7aca5ba01c4" providerId="LiveId" clId="{9632C8BB-0281-4FA5-9026-04B72B391629}" dt="2025-10-12T20:19:06.587" v="400"/>
          <ac:spMkLst>
            <pc:docMk/>
            <pc:sldMk cId="664492568" sldId="264"/>
            <ac:spMk id="10" creationId="{1CF1AAE4-D0BC-430F-A613-7BBAAECA0C2D}"/>
          </ac:spMkLst>
        </pc:spChg>
        <pc:spChg chg="add del">
          <ac:chgData name="Aditya Aggarwal" userId="aa0dd7aca5ba01c4" providerId="LiveId" clId="{9632C8BB-0281-4FA5-9026-04B72B391629}" dt="2025-10-12T20:19:06.587" v="400"/>
          <ac:spMkLst>
            <pc:docMk/>
            <pc:sldMk cId="664492568" sldId="264"/>
            <ac:spMk id="12" creationId="{A101E513-AF74-4E9D-A31F-99664250722D}"/>
          </ac:spMkLst>
        </pc:spChg>
      </pc:sldChg>
      <pc:sldChg chg="addSp delSp modSp delDesignElem">
        <pc:chgData name="Aditya Aggarwal" userId="aa0dd7aca5ba01c4" providerId="LiveId" clId="{9632C8BB-0281-4FA5-9026-04B72B391629}" dt="2025-10-12T20:19:06.587" v="400"/>
        <pc:sldMkLst>
          <pc:docMk/>
          <pc:sldMk cId="489020174" sldId="265"/>
        </pc:sldMkLst>
        <pc:spChg chg="mod">
          <ac:chgData name="Aditya Aggarwal" userId="aa0dd7aca5ba01c4" providerId="LiveId" clId="{9632C8BB-0281-4FA5-9026-04B72B391629}" dt="2025-10-12T19:47:44.548" v="0"/>
          <ac:spMkLst>
            <pc:docMk/>
            <pc:sldMk cId="489020174" sldId="265"/>
            <ac:spMk id="3" creationId="{9B04B305-516C-9949-701E-2A6352D661D6}"/>
          </ac:spMkLst>
        </pc:spChg>
        <pc:spChg chg="add del">
          <ac:chgData name="Aditya Aggarwal" userId="aa0dd7aca5ba01c4" providerId="LiveId" clId="{9632C8BB-0281-4FA5-9026-04B72B391629}" dt="2025-10-12T20:19:06.587" v="400"/>
          <ac:spMkLst>
            <pc:docMk/>
            <pc:sldMk cId="489020174" sldId="265"/>
            <ac:spMk id="8" creationId="{C5176844-69C3-4F79-BE38-EA5BDDF4FEA4}"/>
          </ac:spMkLst>
        </pc:spChg>
        <pc:spChg chg="add del">
          <ac:chgData name="Aditya Aggarwal" userId="aa0dd7aca5ba01c4" providerId="LiveId" clId="{9632C8BB-0281-4FA5-9026-04B72B391629}" dt="2025-10-12T20:19:06.587" v="400"/>
          <ac:spMkLst>
            <pc:docMk/>
            <pc:sldMk cId="489020174" sldId="265"/>
            <ac:spMk id="10" creationId="{1CF1AAE4-D0BC-430F-A613-7BBAAECA0C2D}"/>
          </ac:spMkLst>
        </pc:spChg>
        <pc:spChg chg="add del">
          <ac:chgData name="Aditya Aggarwal" userId="aa0dd7aca5ba01c4" providerId="LiveId" clId="{9632C8BB-0281-4FA5-9026-04B72B391629}" dt="2025-10-12T20:19:06.587" v="400"/>
          <ac:spMkLst>
            <pc:docMk/>
            <pc:sldMk cId="489020174" sldId="265"/>
            <ac:spMk id="12" creationId="{A101E513-AF74-4E9D-A31F-99664250722D}"/>
          </ac:spMkLst>
        </pc:spChg>
      </pc:sldChg>
      <pc:sldChg chg="addSp delSp modSp new mod">
        <pc:chgData name="Aditya Aggarwal" userId="aa0dd7aca5ba01c4" providerId="LiveId" clId="{9632C8BB-0281-4FA5-9026-04B72B391629}" dt="2025-10-12T19:56:08.460" v="133"/>
        <pc:sldMkLst>
          <pc:docMk/>
          <pc:sldMk cId="1715101257" sldId="266"/>
        </pc:sldMkLst>
        <pc:spChg chg="del mod">
          <ac:chgData name="Aditya Aggarwal" userId="aa0dd7aca5ba01c4" providerId="LiveId" clId="{9632C8BB-0281-4FA5-9026-04B72B391629}" dt="2025-10-12T19:54:04.865" v="70" actId="21"/>
          <ac:spMkLst>
            <pc:docMk/>
            <pc:sldMk cId="1715101257" sldId="266"/>
            <ac:spMk id="2" creationId="{1A39FC70-6B24-88D2-83F4-8C9E30E73FE5}"/>
          </ac:spMkLst>
        </pc:spChg>
        <pc:spChg chg="mod">
          <ac:chgData name="Aditya Aggarwal" userId="aa0dd7aca5ba01c4" providerId="LiveId" clId="{9632C8BB-0281-4FA5-9026-04B72B391629}" dt="2025-10-12T19:56:08.460" v="133"/>
          <ac:spMkLst>
            <pc:docMk/>
            <pc:sldMk cId="1715101257" sldId="266"/>
            <ac:spMk id="3" creationId="{20510FCF-A761-3F3D-36C1-5B77851B49F4}"/>
          </ac:spMkLst>
        </pc:spChg>
        <pc:spChg chg="add">
          <ac:chgData name="Aditya Aggarwal" userId="aa0dd7aca5ba01c4" providerId="LiveId" clId="{9632C8BB-0281-4FA5-9026-04B72B391629}" dt="2025-10-12T19:55:01.126" v="125"/>
          <ac:spMkLst>
            <pc:docMk/>
            <pc:sldMk cId="1715101257" sldId="266"/>
            <ac:spMk id="4" creationId="{487D70FE-AC88-6A11-B472-3CC7C83E7822}"/>
          </ac:spMkLst>
        </pc:spChg>
        <pc:spChg chg="add">
          <ac:chgData name="Aditya Aggarwal" userId="aa0dd7aca5ba01c4" providerId="LiveId" clId="{9632C8BB-0281-4FA5-9026-04B72B391629}" dt="2025-10-12T19:55:04.186" v="126"/>
          <ac:spMkLst>
            <pc:docMk/>
            <pc:sldMk cId="1715101257" sldId="266"/>
            <ac:spMk id="5" creationId="{00929F03-433B-2DCF-F7EF-427C09C93DCC}"/>
          </ac:spMkLst>
        </pc:spChg>
      </pc:sldChg>
      <pc:sldChg chg="addSp delSp modSp new del mod">
        <pc:chgData name="Aditya Aggarwal" userId="aa0dd7aca5ba01c4" providerId="LiveId" clId="{9632C8BB-0281-4FA5-9026-04B72B391629}" dt="2025-10-12T19:53:52.128" v="66" actId="47"/>
        <pc:sldMkLst>
          <pc:docMk/>
          <pc:sldMk cId="2624435199" sldId="266"/>
        </pc:sldMkLst>
        <pc:spChg chg="del mod">
          <ac:chgData name="Aditya Aggarwal" userId="aa0dd7aca5ba01c4" providerId="LiveId" clId="{9632C8BB-0281-4FA5-9026-04B72B391629}" dt="2025-10-12T19:50:50.543" v="5" actId="21"/>
          <ac:spMkLst>
            <pc:docMk/>
            <pc:sldMk cId="2624435199" sldId="266"/>
            <ac:spMk id="2" creationId="{2B36F515-B1C6-1631-113A-DFF477319DC5}"/>
          </ac:spMkLst>
        </pc:spChg>
        <pc:spChg chg="mod">
          <ac:chgData name="Aditya Aggarwal" userId="aa0dd7aca5ba01c4" providerId="LiveId" clId="{9632C8BB-0281-4FA5-9026-04B72B391629}" dt="2025-10-12T19:53:03.251" v="63" actId="12"/>
          <ac:spMkLst>
            <pc:docMk/>
            <pc:sldMk cId="2624435199" sldId="266"/>
            <ac:spMk id="3" creationId="{6ECACF76-A5CB-F3CF-790E-0213AF9CF59C}"/>
          </ac:spMkLst>
        </pc:spChg>
        <pc:spChg chg="add">
          <ac:chgData name="Aditya Aggarwal" userId="aa0dd7aca5ba01c4" providerId="LiveId" clId="{9632C8BB-0281-4FA5-9026-04B72B391629}" dt="2025-10-12T19:53:13.012" v="64"/>
          <ac:spMkLst>
            <pc:docMk/>
            <pc:sldMk cId="2624435199" sldId="266"/>
            <ac:spMk id="4" creationId="{32ED053C-BDCF-01FC-EA80-2D40F67CDE68}"/>
          </ac:spMkLst>
        </pc:spChg>
        <pc:spChg chg="add">
          <ac:chgData name="Aditya Aggarwal" userId="aa0dd7aca5ba01c4" providerId="LiveId" clId="{9632C8BB-0281-4FA5-9026-04B72B391629}" dt="2025-10-12T19:53:23.843" v="65"/>
          <ac:spMkLst>
            <pc:docMk/>
            <pc:sldMk cId="2624435199" sldId="266"/>
            <ac:spMk id="5" creationId="{C39BC225-D32F-D7CB-4B78-2CDE936DC41B}"/>
          </ac:spMkLst>
        </pc:spChg>
      </pc:sldChg>
      <pc:sldChg chg="delSp modSp new mod">
        <pc:chgData name="Aditya Aggarwal" userId="aa0dd7aca5ba01c4" providerId="LiveId" clId="{9632C8BB-0281-4FA5-9026-04B72B391629}" dt="2025-10-12T19:59:35.960" v="165" actId="5793"/>
        <pc:sldMkLst>
          <pc:docMk/>
          <pc:sldMk cId="1510489469" sldId="267"/>
        </pc:sldMkLst>
        <pc:spChg chg="del mod">
          <ac:chgData name="Aditya Aggarwal" userId="aa0dd7aca5ba01c4" providerId="LiveId" clId="{9632C8BB-0281-4FA5-9026-04B72B391629}" dt="2025-10-12T19:57:39.775" v="138" actId="21"/>
          <ac:spMkLst>
            <pc:docMk/>
            <pc:sldMk cId="1510489469" sldId="267"/>
            <ac:spMk id="2" creationId="{36A1D90B-F826-9211-F834-575ADD05FED6}"/>
          </ac:spMkLst>
        </pc:spChg>
        <pc:spChg chg="mod">
          <ac:chgData name="Aditya Aggarwal" userId="aa0dd7aca5ba01c4" providerId="LiveId" clId="{9632C8BB-0281-4FA5-9026-04B72B391629}" dt="2025-10-12T19:59:35.960" v="165" actId="5793"/>
          <ac:spMkLst>
            <pc:docMk/>
            <pc:sldMk cId="1510489469" sldId="267"/>
            <ac:spMk id="3" creationId="{3B16D956-FF22-2A28-B3F9-5C6394D06C58}"/>
          </ac:spMkLst>
        </pc:spChg>
      </pc:sldChg>
      <pc:sldChg chg="addSp delSp modSp new mod setBg delDesignElem">
        <pc:chgData name="Aditya Aggarwal" userId="aa0dd7aca5ba01c4" providerId="LiveId" clId="{9632C8BB-0281-4FA5-9026-04B72B391629}" dt="2025-10-12T20:19:06.587" v="400"/>
        <pc:sldMkLst>
          <pc:docMk/>
          <pc:sldMk cId="1599530190" sldId="268"/>
        </pc:sldMkLst>
        <pc:spChg chg="mod">
          <ac:chgData name="Aditya Aggarwal" userId="aa0dd7aca5ba01c4" providerId="LiveId" clId="{9632C8BB-0281-4FA5-9026-04B72B391629}" dt="2025-10-12T20:00:42.048" v="194" actId="26606"/>
          <ac:spMkLst>
            <pc:docMk/>
            <pc:sldMk cId="1599530190" sldId="268"/>
            <ac:spMk id="2" creationId="{2C809B3C-9CE7-44D6-F706-2DA057995887}"/>
          </ac:spMkLst>
        </pc:spChg>
        <pc:spChg chg="mod">
          <ac:chgData name="Aditya Aggarwal" userId="aa0dd7aca5ba01c4" providerId="LiveId" clId="{9632C8BB-0281-4FA5-9026-04B72B391629}" dt="2025-10-12T20:04:21.071" v="228" actId="27636"/>
          <ac:spMkLst>
            <pc:docMk/>
            <pc:sldMk cId="1599530190" sldId="268"/>
            <ac:spMk id="3" creationId="{A7310890-FA7C-998F-48C6-C815B0CD4227}"/>
          </ac:spMkLst>
        </pc:spChg>
        <pc:spChg chg="add del">
          <ac:chgData name="Aditya Aggarwal" userId="aa0dd7aca5ba01c4" providerId="LiveId" clId="{9632C8BB-0281-4FA5-9026-04B72B391629}" dt="2025-10-12T20:19:06.587" v="400"/>
          <ac:spMkLst>
            <pc:docMk/>
            <pc:sldMk cId="1599530190" sldId="268"/>
            <ac:spMk id="5" creationId="{C5176844-69C3-4F79-BE38-EA5BDDF4FEA4}"/>
          </ac:spMkLst>
        </pc:spChg>
        <pc:spChg chg="add del">
          <ac:chgData name="Aditya Aggarwal" userId="aa0dd7aca5ba01c4" providerId="LiveId" clId="{9632C8BB-0281-4FA5-9026-04B72B391629}" dt="2025-10-12T20:19:06.587" v="400"/>
          <ac:spMkLst>
            <pc:docMk/>
            <pc:sldMk cId="1599530190" sldId="268"/>
            <ac:spMk id="6" creationId="{1CF1AAE4-D0BC-430F-A613-7BBAAECA0C2D}"/>
          </ac:spMkLst>
        </pc:spChg>
        <pc:spChg chg="add del">
          <ac:chgData name="Aditya Aggarwal" userId="aa0dd7aca5ba01c4" providerId="LiveId" clId="{9632C8BB-0281-4FA5-9026-04B72B391629}" dt="2025-10-12T20:19:06.587" v="400"/>
          <ac:spMkLst>
            <pc:docMk/>
            <pc:sldMk cId="1599530190" sldId="268"/>
            <ac:spMk id="7" creationId="{A101E513-AF74-4E9D-A31F-99664250722D}"/>
          </ac:spMkLst>
        </pc:spChg>
        <pc:spChg chg="add del">
          <ac:chgData name="Aditya Aggarwal" userId="aa0dd7aca5ba01c4" providerId="LiveId" clId="{9632C8BB-0281-4FA5-9026-04B72B391629}" dt="2025-10-12T20:00:38.510" v="192" actId="26606"/>
          <ac:spMkLst>
            <pc:docMk/>
            <pc:sldMk cId="1599530190" sldId="268"/>
            <ac:spMk id="8" creationId="{C5176844-69C3-4F79-BE38-EA5BDDF4FEA4}"/>
          </ac:spMkLst>
        </pc:spChg>
        <pc:spChg chg="add del">
          <ac:chgData name="Aditya Aggarwal" userId="aa0dd7aca5ba01c4" providerId="LiveId" clId="{9632C8BB-0281-4FA5-9026-04B72B391629}" dt="2025-10-12T20:00:38.510" v="192" actId="26606"/>
          <ac:spMkLst>
            <pc:docMk/>
            <pc:sldMk cId="1599530190" sldId="268"/>
            <ac:spMk id="10" creationId="{1CF1AAE4-D0BC-430F-A613-7BBAAECA0C2D}"/>
          </ac:spMkLst>
        </pc:spChg>
        <pc:spChg chg="add del">
          <ac:chgData name="Aditya Aggarwal" userId="aa0dd7aca5ba01c4" providerId="LiveId" clId="{9632C8BB-0281-4FA5-9026-04B72B391629}" dt="2025-10-12T20:00:38.510" v="192" actId="26606"/>
          <ac:spMkLst>
            <pc:docMk/>
            <pc:sldMk cId="1599530190" sldId="268"/>
            <ac:spMk id="12" creationId="{A101E513-AF74-4E9D-A31F-99664250722D}"/>
          </ac:spMkLst>
        </pc:spChg>
      </pc:sldChg>
      <pc:sldChg chg="addSp modSp new mod setBg">
        <pc:chgData name="Aditya Aggarwal" userId="aa0dd7aca5ba01c4" providerId="LiveId" clId="{9632C8BB-0281-4FA5-9026-04B72B391629}" dt="2025-10-12T20:19:08.539" v="401" actId="26606"/>
        <pc:sldMkLst>
          <pc:docMk/>
          <pc:sldMk cId="3850687044" sldId="269"/>
        </pc:sldMkLst>
        <pc:spChg chg="mod">
          <ac:chgData name="Aditya Aggarwal" userId="aa0dd7aca5ba01c4" providerId="LiveId" clId="{9632C8BB-0281-4FA5-9026-04B72B391629}" dt="2025-10-12T20:19:08.539" v="401" actId="26606"/>
          <ac:spMkLst>
            <pc:docMk/>
            <pc:sldMk cId="3850687044" sldId="269"/>
            <ac:spMk id="2" creationId="{5FAABA86-F0FB-AC98-3107-78E94DBBFB2C}"/>
          </ac:spMkLst>
        </pc:spChg>
        <pc:spChg chg="mod">
          <ac:chgData name="Aditya Aggarwal" userId="aa0dd7aca5ba01c4" providerId="LiveId" clId="{9632C8BB-0281-4FA5-9026-04B72B391629}" dt="2025-10-12T20:19:08.539" v="401" actId="26606"/>
          <ac:spMkLst>
            <pc:docMk/>
            <pc:sldMk cId="3850687044" sldId="269"/>
            <ac:spMk id="3" creationId="{7849211D-B009-EC3D-3B52-1CD0CD5FF024}"/>
          </ac:spMkLst>
        </pc:spChg>
        <pc:spChg chg="add">
          <ac:chgData name="Aditya Aggarwal" userId="aa0dd7aca5ba01c4" providerId="LiveId" clId="{9632C8BB-0281-4FA5-9026-04B72B391629}" dt="2025-10-12T20:19:08.539" v="401" actId="26606"/>
          <ac:spMkLst>
            <pc:docMk/>
            <pc:sldMk cId="3850687044" sldId="269"/>
            <ac:spMk id="8" creationId="{C5176844-69C3-4F79-BE38-EA5BDDF4FEA4}"/>
          </ac:spMkLst>
        </pc:spChg>
        <pc:spChg chg="add">
          <ac:chgData name="Aditya Aggarwal" userId="aa0dd7aca5ba01c4" providerId="LiveId" clId="{9632C8BB-0281-4FA5-9026-04B72B391629}" dt="2025-10-12T20:19:08.539" v="401" actId="26606"/>
          <ac:spMkLst>
            <pc:docMk/>
            <pc:sldMk cId="3850687044" sldId="269"/>
            <ac:spMk id="10" creationId="{1CF1AAE4-D0BC-430F-A613-7BBAAECA0C2D}"/>
          </ac:spMkLst>
        </pc:spChg>
        <pc:spChg chg="add">
          <ac:chgData name="Aditya Aggarwal" userId="aa0dd7aca5ba01c4" providerId="LiveId" clId="{9632C8BB-0281-4FA5-9026-04B72B391629}" dt="2025-10-12T20:19:08.539" v="401" actId="26606"/>
          <ac:spMkLst>
            <pc:docMk/>
            <pc:sldMk cId="3850687044" sldId="269"/>
            <ac:spMk id="12" creationId="{A101E513-AF74-4E9D-A31F-99664250722D}"/>
          </ac:spMkLst>
        </pc:spChg>
      </pc:sldChg>
      <pc:sldChg chg="delSp modSp new mod">
        <pc:chgData name="Aditya Aggarwal" userId="aa0dd7aca5ba01c4" providerId="LiveId" clId="{9632C8BB-0281-4FA5-9026-04B72B391629}" dt="2025-10-12T20:20:12.503" v="419" actId="255"/>
        <pc:sldMkLst>
          <pc:docMk/>
          <pc:sldMk cId="2739080447" sldId="270"/>
        </pc:sldMkLst>
        <pc:spChg chg="mod">
          <ac:chgData name="Aditya Aggarwal" userId="aa0dd7aca5ba01c4" providerId="LiveId" clId="{9632C8BB-0281-4FA5-9026-04B72B391629}" dt="2025-10-12T20:20:12.503" v="419" actId="255"/>
          <ac:spMkLst>
            <pc:docMk/>
            <pc:sldMk cId="2739080447" sldId="270"/>
            <ac:spMk id="2" creationId="{F04E6C73-6A47-74D9-66B0-EDF3E5D40BA4}"/>
          </ac:spMkLst>
        </pc:spChg>
        <pc:spChg chg="del mod">
          <ac:chgData name="Aditya Aggarwal" userId="aa0dd7aca5ba01c4" providerId="LiveId" clId="{9632C8BB-0281-4FA5-9026-04B72B391629}" dt="2025-10-12T20:19:36.376" v="405" actId="21"/>
          <ac:spMkLst>
            <pc:docMk/>
            <pc:sldMk cId="2739080447" sldId="270"/>
            <ac:spMk id="3" creationId="{DE755FB5-FB48-5B0C-0608-AD081B0502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06638C-DBF8-4D91-9924-03A7A72C4BE3}" type="datetimeFigureOut">
              <a:rPr lang="en-IN" smtClean="0"/>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2F079-D036-434B-95F5-FC2661D0BAF1}" type="slidenum">
              <a:rPr lang="en-IN" smtClean="0"/>
              <a:t>‹#›</a:t>
            </a:fld>
            <a:endParaRPr lang="en-IN"/>
          </a:p>
        </p:txBody>
      </p:sp>
    </p:spTree>
    <p:extLst>
      <p:ext uri="{BB962C8B-B14F-4D97-AF65-F5344CB8AC3E}">
        <p14:creationId xmlns:p14="http://schemas.microsoft.com/office/powerpoint/2010/main" val="142503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82F079-D036-434B-95F5-FC2661D0BAF1}" type="slidenum">
              <a:rPr lang="en-IN" smtClean="0"/>
              <a:t>1</a:t>
            </a:fld>
            <a:endParaRPr lang="en-IN"/>
          </a:p>
        </p:txBody>
      </p:sp>
    </p:spTree>
    <p:extLst>
      <p:ext uri="{BB962C8B-B14F-4D97-AF65-F5344CB8AC3E}">
        <p14:creationId xmlns:p14="http://schemas.microsoft.com/office/powerpoint/2010/main" val="1690273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10/12/2025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3836199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26489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11554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4846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684438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23927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38314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255546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3858649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27924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10/12/2025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431175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10/12/2025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69294612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01" r:id="rId5"/>
    <p:sldLayoutId id="2147483706" r:id="rId6"/>
    <p:sldLayoutId id="2147483702" r:id="rId7"/>
    <p:sldLayoutId id="2147483703" r:id="rId8"/>
    <p:sldLayoutId id="2147483704" r:id="rId9"/>
    <p:sldLayoutId id="2147483705" r:id="rId10"/>
    <p:sldLayoutId id="2147483707"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EDB27A-6F47-8B26-5AFB-545F9D1D73C2}"/>
              </a:ext>
            </a:extLst>
          </p:cNvPr>
          <p:cNvSpPr>
            <a:spLocks noGrp="1"/>
          </p:cNvSpPr>
          <p:nvPr>
            <p:ph type="ctrTitle"/>
          </p:nvPr>
        </p:nvSpPr>
        <p:spPr>
          <a:xfrm>
            <a:off x="5978914" y="893935"/>
            <a:ext cx="5364937" cy="3339390"/>
          </a:xfrm>
        </p:spPr>
        <p:txBody>
          <a:bodyPr anchor="ctr">
            <a:normAutofit/>
          </a:bodyPr>
          <a:lstStyle/>
          <a:p>
            <a:r>
              <a:rPr lang="en-US" sz="5100" b="1" dirty="0">
                <a:solidFill>
                  <a:schemeClr val="bg1"/>
                </a:solidFill>
              </a:rPr>
              <a:t>Disaster Management and Resource Allocation System</a:t>
            </a:r>
            <a:endParaRPr lang="en-IN" sz="5100" b="1" dirty="0">
              <a:solidFill>
                <a:schemeClr val="bg1"/>
              </a:solidFill>
            </a:endParaRPr>
          </a:p>
        </p:txBody>
      </p:sp>
      <p:sp>
        <p:nvSpPr>
          <p:cNvPr id="3" name="Subtitle 2">
            <a:extLst>
              <a:ext uri="{FF2B5EF4-FFF2-40B4-BE49-F238E27FC236}">
                <a16:creationId xmlns:a16="http://schemas.microsoft.com/office/drawing/2014/main" id="{5B8925EF-1806-8D30-FFE0-FC77A61273B2}"/>
              </a:ext>
            </a:extLst>
          </p:cNvPr>
          <p:cNvSpPr>
            <a:spLocks noGrp="1"/>
          </p:cNvSpPr>
          <p:nvPr>
            <p:ph type="subTitle" idx="1"/>
          </p:nvPr>
        </p:nvSpPr>
        <p:spPr>
          <a:xfrm>
            <a:off x="5978915" y="4876803"/>
            <a:ext cx="5364936" cy="909848"/>
          </a:xfrm>
        </p:spPr>
        <p:txBody>
          <a:bodyPr anchor="t">
            <a:normAutofit/>
          </a:bodyPr>
          <a:lstStyle/>
          <a:p>
            <a:pPr>
              <a:lnSpc>
                <a:spcPct val="90000"/>
              </a:lnSpc>
            </a:pPr>
            <a:r>
              <a:rPr lang="en-IN" sz="1400">
                <a:solidFill>
                  <a:schemeClr val="bg1"/>
                </a:solidFill>
              </a:rPr>
              <a:t>Submitted by: Aditya Aggarwal</a:t>
            </a:r>
          </a:p>
          <a:p>
            <a:pPr>
              <a:lnSpc>
                <a:spcPct val="90000"/>
              </a:lnSpc>
            </a:pPr>
            <a:r>
              <a:rPr lang="en-IN" sz="1400">
                <a:solidFill>
                  <a:schemeClr val="bg1"/>
                </a:solidFill>
              </a:rPr>
              <a:t>Registration No: 2427030522</a:t>
            </a:r>
          </a:p>
          <a:p>
            <a:pPr>
              <a:lnSpc>
                <a:spcPct val="90000"/>
              </a:lnSpc>
            </a:pPr>
            <a:r>
              <a:rPr lang="en-IN" sz="1400">
                <a:solidFill>
                  <a:schemeClr val="bg1"/>
                </a:solidFill>
              </a:rPr>
              <a:t>Supervised By: Dr. Mayank Namdev</a:t>
            </a:r>
          </a:p>
        </p:txBody>
      </p:sp>
      <p:sp>
        <p:nvSpPr>
          <p:cNvPr id="12" name="Freeform: Shape 11">
            <a:extLst>
              <a:ext uri="{FF2B5EF4-FFF2-40B4-BE49-F238E27FC236}">
                <a16:creationId xmlns:a16="http://schemas.microsoft.com/office/drawing/2014/main" id="{AAD3D935-ECFC-4862-B395-207C13BAC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text on a white background&#10;&#10;AI-generated content may be incorrect.">
            <a:extLst>
              <a:ext uri="{FF2B5EF4-FFF2-40B4-BE49-F238E27FC236}">
                <a16:creationId xmlns:a16="http://schemas.microsoft.com/office/drawing/2014/main" id="{768159B6-13CF-BEEC-74C5-E57EABE43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401" y="3050960"/>
            <a:ext cx="3491811" cy="977707"/>
          </a:xfrm>
          <a:prstGeom prst="rect">
            <a:avLst/>
          </a:prstGeom>
        </p:spPr>
      </p:pic>
      <p:cxnSp>
        <p:nvCxnSpPr>
          <p:cNvPr id="14" name="Straight Connector 13">
            <a:extLst>
              <a:ext uri="{FF2B5EF4-FFF2-40B4-BE49-F238E27FC236}">
                <a16:creationId xmlns:a16="http://schemas.microsoft.com/office/drawing/2014/main" id="{E3B95BE3-D5B2-4F38-9A01-17866C9FB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040331" y="4555071"/>
            <a:ext cx="530352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06343961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61F219-46C2-42BC-0E28-26DD25EC1212}"/>
              </a:ext>
            </a:extLst>
          </p:cNvPr>
          <p:cNvSpPr>
            <a:spLocks noGrp="1"/>
          </p:cNvSpPr>
          <p:nvPr>
            <p:ph type="title"/>
          </p:nvPr>
        </p:nvSpPr>
        <p:spPr>
          <a:xfrm>
            <a:off x="758952" y="379475"/>
            <a:ext cx="10671048" cy="1554480"/>
          </a:xfrm>
        </p:spPr>
        <p:txBody>
          <a:bodyPr anchor="ctr">
            <a:normAutofit/>
          </a:bodyPr>
          <a:lstStyle/>
          <a:p>
            <a:r>
              <a:rPr lang="en-IN" b="1">
                <a:solidFill>
                  <a:schemeClr val="bg1"/>
                </a:solidFill>
              </a:rPr>
              <a:t>INTRODUCTION</a:t>
            </a:r>
          </a:p>
        </p:txBody>
      </p:sp>
      <p:sp>
        <p:nvSpPr>
          <p:cNvPr id="3" name="Content Placeholder 2">
            <a:extLst>
              <a:ext uri="{FF2B5EF4-FFF2-40B4-BE49-F238E27FC236}">
                <a16:creationId xmlns:a16="http://schemas.microsoft.com/office/drawing/2014/main" id="{060A8C61-8101-58CA-D560-B89E91442396}"/>
              </a:ext>
            </a:extLst>
          </p:cNvPr>
          <p:cNvSpPr>
            <a:spLocks noGrp="1"/>
          </p:cNvSpPr>
          <p:nvPr>
            <p:ph idx="1"/>
          </p:nvPr>
        </p:nvSpPr>
        <p:spPr>
          <a:xfrm>
            <a:off x="758824" y="2607732"/>
            <a:ext cx="8412480" cy="3174357"/>
          </a:xfrm>
        </p:spPr>
        <p:txBody>
          <a:bodyPr>
            <a:normAutofit/>
          </a:bodyPr>
          <a:lstStyle/>
          <a:p>
            <a:r>
              <a:rPr lang="en-US" dirty="0"/>
              <a:t>A </a:t>
            </a:r>
            <a:r>
              <a:rPr lang="en-US" b="1" dirty="0"/>
              <a:t>Disaster Management and Resource Allocation System</a:t>
            </a:r>
            <a:r>
              <a:rPr lang="en-US" dirty="0"/>
              <a:t> is designed to efficiently handle and coordinate activities before, during, and after a disaster to minimize its impact on people, property, and the environment. It integrates technology, communication, and resource management to ensure timely response and recovery.</a:t>
            </a:r>
            <a:endParaRPr lang="en-IN"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292960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3E102B-F4BA-5FAF-FD20-1FBD4A09C5DF}"/>
              </a:ext>
            </a:extLst>
          </p:cNvPr>
          <p:cNvSpPr>
            <a:spLocks noGrp="1"/>
          </p:cNvSpPr>
          <p:nvPr>
            <p:ph idx="1"/>
          </p:nvPr>
        </p:nvSpPr>
        <p:spPr>
          <a:xfrm>
            <a:off x="422787" y="758951"/>
            <a:ext cx="11007213" cy="5464867"/>
          </a:xfrm>
        </p:spPr>
        <p:txBody>
          <a:bodyPr/>
          <a:lstStyle/>
          <a:p>
            <a:r>
              <a:rPr lang="en-US" sz="2400"/>
              <a:t>In essence, this system aims to:</a:t>
            </a:r>
          </a:p>
          <a:p>
            <a:r>
              <a:rPr lang="en-US" sz="2400" b="1"/>
              <a:t>Predict and monitor</a:t>
            </a:r>
            <a:r>
              <a:rPr lang="en-US" sz="2400"/>
              <a:t> potential disasters (natural or man-made)</a:t>
            </a:r>
          </a:p>
          <a:p>
            <a:r>
              <a:rPr lang="en-US" sz="2400" b="1"/>
              <a:t>Plan and coordinate</a:t>
            </a:r>
            <a:r>
              <a:rPr lang="en-US" sz="2400"/>
              <a:t> rescue and relief operations</a:t>
            </a:r>
          </a:p>
          <a:p>
            <a:r>
              <a:rPr lang="en-US" sz="2400" b="1"/>
              <a:t>Optimize allocation</a:t>
            </a:r>
            <a:r>
              <a:rPr lang="en-US" sz="2400"/>
              <a:t> of critical resources</a:t>
            </a:r>
          </a:p>
          <a:p>
            <a:r>
              <a:rPr lang="en-US" sz="2400" b="1"/>
              <a:t>Facilitate communication</a:t>
            </a:r>
            <a:r>
              <a:rPr lang="en-US" sz="2400"/>
              <a:t> among government agencies and NGOs</a:t>
            </a:r>
          </a:p>
          <a:p>
            <a:r>
              <a:rPr lang="en-US" sz="2400" b="1"/>
              <a:t>Support recovery</a:t>
            </a:r>
            <a:r>
              <a:rPr lang="en-US" sz="2400"/>
              <a:t> and rehabilitation processes</a:t>
            </a:r>
          </a:p>
          <a:p>
            <a:r>
              <a:rPr lang="en-US" sz="2400"/>
              <a:t>It plays a crucial role in building resilient communities and ensuring a rapid, well-organized disaster response.</a:t>
            </a:r>
          </a:p>
          <a:p>
            <a:endParaRPr lang="en-IN" dirty="0"/>
          </a:p>
        </p:txBody>
      </p:sp>
    </p:spTree>
    <p:extLst>
      <p:ext uri="{BB962C8B-B14F-4D97-AF65-F5344CB8AC3E}">
        <p14:creationId xmlns:p14="http://schemas.microsoft.com/office/powerpoint/2010/main" val="218270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C998EE-3540-3133-E776-8C6192C1C4B3}"/>
              </a:ext>
            </a:extLst>
          </p:cNvPr>
          <p:cNvSpPr>
            <a:spLocks noGrp="1"/>
          </p:cNvSpPr>
          <p:nvPr>
            <p:ph type="title"/>
          </p:nvPr>
        </p:nvSpPr>
        <p:spPr>
          <a:xfrm>
            <a:off x="758952" y="379475"/>
            <a:ext cx="10671048" cy="1554480"/>
          </a:xfrm>
        </p:spPr>
        <p:txBody>
          <a:bodyPr anchor="ctr">
            <a:normAutofit/>
          </a:bodyPr>
          <a:lstStyle/>
          <a:p>
            <a:r>
              <a:rPr lang="en-IN" b="1">
                <a:solidFill>
                  <a:schemeClr val="bg1"/>
                </a:solidFill>
              </a:rPr>
              <a:t>LITERATURE REVIEW</a:t>
            </a:r>
          </a:p>
        </p:txBody>
      </p:sp>
      <p:sp>
        <p:nvSpPr>
          <p:cNvPr id="3" name="Content Placeholder 2">
            <a:extLst>
              <a:ext uri="{FF2B5EF4-FFF2-40B4-BE49-F238E27FC236}">
                <a16:creationId xmlns:a16="http://schemas.microsoft.com/office/drawing/2014/main" id="{D453B27B-289C-788B-3EF6-74A0B9653988}"/>
              </a:ext>
            </a:extLst>
          </p:cNvPr>
          <p:cNvSpPr>
            <a:spLocks noGrp="1"/>
          </p:cNvSpPr>
          <p:nvPr>
            <p:ph idx="1"/>
          </p:nvPr>
        </p:nvSpPr>
        <p:spPr>
          <a:xfrm>
            <a:off x="758824" y="2607732"/>
            <a:ext cx="8412480" cy="3174357"/>
          </a:xfrm>
        </p:spPr>
        <p:txBody>
          <a:bodyPr>
            <a:normAutofit/>
          </a:bodyPr>
          <a:lstStyle/>
          <a:p>
            <a:pPr>
              <a:lnSpc>
                <a:spcPct val="100000"/>
              </a:lnSpc>
            </a:pPr>
            <a:r>
              <a:rPr lang="en-US" sz="1700" b="1"/>
              <a:t>Pramod Patil </a:t>
            </a:r>
            <a:r>
              <a:rPr lang="en-US" sz="1700"/>
              <a:t>(2012) highlighted disaster profile of India and Disaster Management in India. He concluded that there are some points on which we must focus like effective warning system and effective communication system etc. </a:t>
            </a:r>
          </a:p>
          <a:p>
            <a:pPr>
              <a:lnSpc>
                <a:spcPct val="100000"/>
              </a:lnSpc>
            </a:pPr>
            <a:r>
              <a:rPr lang="en-US" sz="1700" b="1"/>
              <a:t>Chen-Huei Chou </a:t>
            </a:r>
            <a:r>
              <a:rPr lang="en-US" sz="1700"/>
              <a:t>et al (2013) presented we focus on identifying the contents of a web- based disaster management system from the perspectives of multiple stakeholders (victims and aid providers), the needs the system should meet, and crisis behaviors that the system should anticipate.</a:t>
            </a:r>
          </a:p>
          <a:p>
            <a:pPr>
              <a:lnSpc>
                <a:spcPct val="100000"/>
              </a:lnSpc>
            </a:pPr>
            <a:r>
              <a:rPr lang="en-US" sz="1700" b="1"/>
              <a:t>Dr. Priyanka Banerji </a:t>
            </a:r>
            <a:r>
              <a:rPr lang="en-US" sz="1700"/>
              <a:t>(2013) studied a comparison between Disaster Management in India and Japan and concluded that There is fast recovery growth in Japan after disaster as compared to India.</a:t>
            </a:r>
            <a:endParaRPr lang="en-IN" sz="170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625685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AD8187-D468-BD98-A54E-C8C875B96001}"/>
              </a:ext>
            </a:extLst>
          </p:cNvPr>
          <p:cNvSpPr>
            <a:spLocks noGrp="1"/>
          </p:cNvSpPr>
          <p:nvPr>
            <p:ph idx="1"/>
          </p:nvPr>
        </p:nvSpPr>
        <p:spPr>
          <a:xfrm>
            <a:off x="619432" y="265471"/>
            <a:ext cx="10810568" cy="6312310"/>
          </a:xfrm>
        </p:spPr>
        <p:txBody>
          <a:bodyPr/>
          <a:lstStyle/>
          <a:p>
            <a:r>
              <a:rPr lang="en-US" b="1"/>
              <a:t>Vicky Walters </a:t>
            </a:r>
            <a:r>
              <a:rPr lang="en-US"/>
              <a:t>et al (2014) presented focuses on the linkages between the multi-faceted marginalization of homeless people and their various vulnerabilities to disaster associated with both everyday small-scale hazards and large-scale natural hazards. Highlighting the complexity and acute vulnerability of homeless people to disaster from a multitude of man-made and natural hazards at different scales, it argues for more attention and integration of homeless people's needs and everyday hazards in disaster research and policy.</a:t>
            </a:r>
          </a:p>
          <a:p>
            <a:r>
              <a:rPr lang="en-US" b="1"/>
              <a:t>Ben Wisner </a:t>
            </a:r>
            <a:r>
              <a:rPr lang="en-US"/>
              <a:t>(2015) in his paper presented the challenges during disaster. There have been key events that have motivated people to seek IDRIM such as the Indian Ocean Tsunami and Haitian earthquake and their aftermaths. New institutions have been created that have the potential to move us toward IDRIM such as UN-ISDR. Finally, a series of concepts have emerged from many reports, evaluations, and research. These ideas are discussed, and the challenge for the next 5-10 years mapped out.</a:t>
            </a:r>
          </a:p>
          <a:p>
            <a:r>
              <a:rPr lang="en-US" b="1"/>
              <a:t>Scott Manning </a:t>
            </a:r>
            <a:r>
              <a:rPr lang="en-US"/>
              <a:t>et al (2016) presented a review of the international literature on disaster social work and case management was conducted. These results shed light on the roles and processes of social work, the use of psychosocial interventions, and the barriers to service delivery in the international disaster context. </a:t>
            </a:r>
            <a:endParaRPr lang="en-IN" dirty="0"/>
          </a:p>
        </p:txBody>
      </p:sp>
    </p:spTree>
    <p:extLst>
      <p:ext uri="{BB962C8B-B14F-4D97-AF65-F5344CB8AC3E}">
        <p14:creationId xmlns:p14="http://schemas.microsoft.com/office/powerpoint/2010/main" val="1925459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025E8-F7F6-E6C4-218C-43221D1170C8}"/>
              </a:ext>
            </a:extLst>
          </p:cNvPr>
          <p:cNvSpPr>
            <a:spLocks noGrp="1"/>
          </p:cNvSpPr>
          <p:nvPr>
            <p:ph idx="1"/>
          </p:nvPr>
        </p:nvSpPr>
        <p:spPr>
          <a:xfrm>
            <a:off x="294968" y="235973"/>
            <a:ext cx="11135032" cy="6430297"/>
          </a:xfrm>
        </p:spPr>
        <p:txBody>
          <a:bodyPr/>
          <a:lstStyle/>
          <a:p>
            <a:r>
              <a:rPr lang="en-US" b="1"/>
              <a:t>Shohid Mohammad Saidul Huq </a:t>
            </a:r>
            <a:r>
              <a:rPr lang="en-US"/>
              <a:t>(2016) presented analysis on the disaster management by grassroots community participation in Bangladesh and concluded that the people should be participated for disaster management. To aware people the social workers should provide training and seminars to the people time to time.</a:t>
            </a:r>
          </a:p>
          <a:p>
            <a:r>
              <a:rPr lang="en-US" b="1"/>
              <a:t>Deeptha V Thattai </a:t>
            </a:r>
            <a:r>
              <a:rPr lang="en-US"/>
              <a:t>et. al. (2017) researches about two case studies – cyclones and floods – are taken up for comparison of disaster management strategies adopted in the country. </a:t>
            </a:r>
          </a:p>
          <a:p>
            <a:r>
              <a:rPr lang="en-US" b="1"/>
              <a:t>Chandana S.A. Siriwardana </a:t>
            </a:r>
            <a:r>
              <a:rPr lang="en-US"/>
              <a:t>et. al. (2018) investigated the efficiency and effectiveness of the existing disaster management frameworks in Sri Lanka and found that only minor alignments with the global standards are present, and that the existing framework has not been able to manage previous disaster incidents properly. There are considerable inefficiencies in the “whole of government” response, coherence and integration as well as in the resource allocation.</a:t>
            </a:r>
            <a:endParaRPr lang="en-IN" dirty="0"/>
          </a:p>
        </p:txBody>
      </p:sp>
    </p:spTree>
    <p:extLst>
      <p:ext uri="{BB962C8B-B14F-4D97-AF65-F5344CB8AC3E}">
        <p14:creationId xmlns:p14="http://schemas.microsoft.com/office/powerpoint/2010/main" val="4054552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809E52-21AE-1AAF-EF2A-1DC371EE57BE}"/>
              </a:ext>
            </a:extLst>
          </p:cNvPr>
          <p:cNvSpPr>
            <a:spLocks noGrp="1"/>
          </p:cNvSpPr>
          <p:nvPr>
            <p:ph type="title"/>
          </p:nvPr>
        </p:nvSpPr>
        <p:spPr>
          <a:xfrm>
            <a:off x="758952" y="379475"/>
            <a:ext cx="10671048" cy="1554480"/>
          </a:xfrm>
        </p:spPr>
        <p:txBody>
          <a:bodyPr anchor="ctr">
            <a:normAutofit/>
          </a:bodyPr>
          <a:lstStyle/>
          <a:p>
            <a:r>
              <a:rPr lang="en-IN" b="1">
                <a:solidFill>
                  <a:schemeClr val="bg1"/>
                </a:solidFill>
              </a:rPr>
              <a:t>PROBLEM STATEMENT</a:t>
            </a:r>
          </a:p>
        </p:txBody>
      </p:sp>
      <p:sp>
        <p:nvSpPr>
          <p:cNvPr id="3" name="Content Placeholder 2">
            <a:extLst>
              <a:ext uri="{FF2B5EF4-FFF2-40B4-BE49-F238E27FC236}">
                <a16:creationId xmlns:a16="http://schemas.microsoft.com/office/drawing/2014/main" id="{1735CC07-8F9B-CCAE-F8BE-46444DA24251}"/>
              </a:ext>
            </a:extLst>
          </p:cNvPr>
          <p:cNvSpPr>
            <a:spLocks noGrp="1"/>
          </p:cNvSpPr>
          <p:nvPr>
            <p:ph idx="1"/>
          </p:nvPr>
        </p:nvSpPr>
        <p:spPr>
          <a:xfrm>
            <a:off x="758824" y="2607732"/>
            <a:ext cx="8412480" cy="3174357"/>
          </a:xfrm>
        </p:spPr>
        <p:txBody>
          <a:bodyPr>
            <a:normAutofit/>
          </a:bodyPr>
          <a:lstStyle/>
          <a:p>
            <a:r>
              <a:rPr lang="en-US" sz="3200" i="1" dirty="0"/>
              <a:t>A system is needed to automate and optimize disaster response by enabling real-time management and efficient allocation of resources to affected areas.</a:t>
            </a:r>
          </a:p>
          <a:p>
            <a:endParaRPr lang="en-IN"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66449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59A2E0-40E9-8B4D-7EB2-DB54B221A3B2}"/>
              </a:ext>
            </a:extLst>
          </p:cNvPr>
          <p:cNvSpPr>
            <a:spLocks noGrp="1"/>
          </p:cNvSpPr>
          <p:nvPr>
            <p:ph type="title"/>
          </p:nvPr>
        </p:nvSpPr>
        <p:spPr>
          <a:xfrm>
            <a:off x="758952" y="379475"/>
            <a:ext cx="10671048" cy="1554480"/>
          </a:xfrm>
        </p:spPr>
        <p:txBody>
          <a:bodyPr anchor="ctr">
            <a:normAutofit/>
          </a:bodyPr>
          <a:lstStyle/>
          <a:p>
            <a:r>
              <a:rPr lang="en-IN" b="1">
                <a:solidFill>
                  <a:schemeClr val="bg1"/>
                </a:solidFill>
              </a:rPr>
              <a:t>PROPOSED SOLUTION</a:t>
            </a:r>
          </a:p>
        </p:txBody>
      </p:sp>
      <p:sp>
        <p:nvSpPr>
          <p:cNvPr id="3" name="Content Placeholder 2">
            <a:extLst>
              <a:ext uri="{FF2B5EF4-FFF2-40B4-BE49-F238E27FC236}">
                <a16:creationId xmlns:a16="http://schemas.microsoft.com/office/drawing/2014/main" id="{9B04B305-516C-9949-701E-2A6352D661D6}"/>
              </a:ext>
            </a:extLst>
          </p:cNvPr>
          <p:cNvSpPr>
            <a:spLocks noGrp="1"/>
          </p:cNvSpPr>
          <p:nvPr>
            <p:ph idx="1"/>
          </p:nvPr>
        </p:nvSpPr>
        <p:spPr>
          <a:xfrm>
            <a:off x="758824" y="2607732"/>
            <a:ext cx="8412480" cy="3174357"/>
          </a:xfrm>
        </p:spPr>
        <p:txBody>
          <a:bodyPr>
            <a:normAutofit/>
          </a:bodyPr>
          <a:lstStyle/>
          <a:p>
            <a:r>
              <a:rPr lang="en-US" dirty="0"/>
              <a:t>A robust solution for automating and optimizing disaster response involves developing a </a:t>
            </a:r>
            <a:r>
              <a:rPr lang="en-US" b="1" dirty="0"/>
              <a:t>Disaster Response and Resource Optimization System (DRROS)</a:t>
            </a:r>
            <a:r>
              <a:rPr lang="en-US" dirty="0"/>
              <a:t>. This system would integrate several key technologies to provide real-time situational awareness and intelligent resource management.</a:t>
            </a:r>
            <a:endParaRPr lang="en-IN"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489020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10FCF-A761-3F3D-36C1-5B77851B49F4}"/>
              </a:ext>
            </a:extLst>
          </p:cNvPr>
          <p:cNvSpPr>
            <a:spLocks noGrp="1"/>
          </p:cNvSpPr>
          <p:nvPr>
            <p:ph idx="1"/>
          </p:nvPr>
        </p:nvSpPr>
        <p:spPr>
          <a:xfrm>
            <a:off x="639097" y="471949"/>
            <a:ext cx="10790903" cy="5958348"/>
          </a:xfrm>
        </p:spPr>
        <p:txBody>
          <a:bodyPr/>
          <a:lstStyle/>
          <a:p>
            <a:r>
              <a:rPr lang="en-IN" dirty="0"/>
              <a:t>The </a:t>
            </a:r>
            <a:r>
              <a:rPr lang="en-IN" b="1" dirty="0"/>
              <a:t>DRROS</a:t>
            </a:r>
            <a:r>
              <a:rPr lang="en-IN" dirty="0"/>
              <a:t> has the following components – </a:t>
            </a:r>
          </a:p>
          <a:p>
            <a:pPr marL="457200" indent="-457200">
              <a:buFont typeface="+mj-lt"/>
              <a:buAutoNum type="arabicPeriod"/>
            </a:pPr>
            <a:r>
              <a:rPr lang="en-US" b="1" dirty="0"/>
              <a:t>Geospatial Information System (GIS) Integration:</a:t>
            </a:r>
            <a:r>
              <a:rPr lang="en-US" dirty="0"/>
              <a:t> Uses satellite imagery, drone footage, and digital maps to assess damage, identify affected areas, and track resource movements.</a:t>
            </a:r>
          </a:p>
          <a:p>
            <a:pPr marL="457200" indent="-457200">
              <a:buFont typeface="+mj-lt"/>
              <a:buAutoNum type="arabicPeriod"/>
            </a:pPr>
            <a:r>
              <a:rPr lang="en-US" b="1" dirty="0"/>
              <a:t>Sensor Networks and IoT:</a:t>
            </a:r>
            <a:r>
              <a:rPr lang="en-US" dirty="0"/>
              <a:t> Deploys smart sensors in affected areas to monitor critical infrastructure status (e.g., power, water, communication), environmental conditions, and crowd density.</a:t>
            </a:r>
          </a:p>
          <a:p>
            <a:pPr marL="457200" indent="-457200">
              <a:buFont typeface="+mj-lt"/>
              <a:buAutoNum type="arabicPeriod"/>
            </a:pPr>
            <a:r>
              <a:rPr lang="en-US" b="1" dirty="0"/>
              <a:t>Field Reporting Mobile Application:</a:t>
            </a:r>
            <a:r>
              <a:rPr lang="en-US" dirty="0"/>
              <a:t> A secure application for first responders to input real-time status updates, resource requests, and damage reports from the ground.</a:t>
            </a:r>
          </a:p>
          <a:p>
            <a:pPr marL="457200" indent="-457200">
              <a:buFont typeface="+mj-lt"/>
              <a:buAutoNum type="arabicPeriod"/>
            </a:pPr>
            <a:r>
              <a:rPr lang="en-US" b="1" dirty="0"/>
              <a:t>Social Media and News Analytics:</a:t>
            </a:r>
            <a:r>
              <a:rPr lang="en-US" dirty="0"/>
              <a:t> Uses </a:t>
            </a:r>
            <a:r>
              <a:rPr lang="en-US" b="1" dirty="0"/>
              <a:t>Natural Language Processing (NLP)</a:t>
            </a:r>
            <a:r>
              <a:rPr lang="en-US" dirty="0"/>
              <a:t> to filter, aggregate, and analyze information from social platforms and news outlets for early warning, reports of trapped people, and evolving needs.</a:t>
            </a:r>
          </a:p>
          <a:p>
            <a:pPr marL="457200" indent="-457200">
              <a:buFont typeface="+mj-lt"/>
              <a:buAutoNum type="arabicPeriod"/>
            </a:pPr>
            <a:r>
              <a:rPr lang="en-US" b="1" dirty="0"/>
              <a:t>Predictive Modeling:</a:t>
            </a:r>
            <a:r>
              <a:rPr lang="en-US" dirty="0"/>
              <a:t> Uses </a:t>
            </a:r>
            <a:r>
              <a:rPr lang="en-US" b="1" dirty="0"/>
              <a:t>Machine Learning (ML)</a:t>
            </a:r>
            <a:r>
              <a:rPr lang="en-US" dirty="0"/>
              <a:t> models to forecast the evolution of the disaster (e.g., path of a storm, spread of a fire) and predict potential resource needs (e.g., medical supplies, shelter capacity).</a:t>
            </a:r>
            <a:endParaRPr lang="en-IN" dirty="0"/>
          </a:p>
        </p:txBody>
      </p:sp>
    </p:spTree>
    <p:extLst>
      <p:ext uri="{BB962C8B-B14F-4D97-AF65-F5344CB8AC3E}">
        <p14:creationId xmlns:p14="http://schemas.microsoft.com/office/powerpoint/2010/main" val="1715101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16D956-FF22-2A28-B3F9-5C6394D06C58}"/>
              </a:ext>
            </a:extLst>
          </p:cNvPr>
          <p:cNvSpPr>
            <a:spLocks noGrp="1"/>
          </p:cNvSpPr>
          <p:nvPr>
            <p:ph idx="1"/>
          </p:nvPr>
        </p:nvSpPr>
        <p:spPr>
          <a:xfrm>
            <a:off x="570271" y="353961"/>
            <a:ext cx="10859729" cy="6204155"/>
          </a:xfrm>
        </p:spPr>
        <p:txBody>
          <a:bodyPr/>
          <a:lstStyle/>
          <a:p>
            <a:pPr marL="0" indent="0">
              <a:buNone/>
            </a:pPr>
            <a:r>
              <a:rPr lang="en-US" b="1" dirty="0"/>
              <a:t>6.  Resource Allocation Algorithm:</a:t>
            </a:r>
            <a:r>
              <a:rPr lang="en-US" dirty="0"/>
              <a:t> A dynamic </a:t>
            </a:r>
            <a:r>
              <a:rPr lang="en-US" b="1" dirty="0"/>
              <a:t>Linear Programming</a:t>
            </a:r>
            <a:r>
              <a:rPr lang="en-US" dirty="0"/>
              <a:t> or </a:t>
            </a:r>
            <a:r>
              <a:rPr lang="en-US" b="1" dirty="0"/>
              <a:t>Heuristic-based optimization algorithm</a:t>
            </a:r>
            <a:r>
              <a:rPr lang="en-US" dirty="0"/>
              <a:t> that determines the most efficient way to allocate limited resources (personnel, vehicles, supplies) based on:</a:t>
            </a:r>
          </a:p>
          <a:p>
            <a:r>
              <a:rPr lang="en-US" b="1" dirty="0"/>
              <a:t>Priority of Need:</a:t>
            </a:r>
            <a:r>
              <a:rPr lang="en-US" dirty="0"/>
              <a:t> Ranking affected areas based on severity of damage and number of people at risk.</a:t>
            </a:r>
          </a:p>
          <a:p>
            <a:r>
              <a:rPr lang="en-US" b="1" dirty="0"/>
              <a:t>Accessibility and Routing:</a:t>
            </a:r>
            <a:r>
              <a:rPr lang="en-US" dirty="0"/>
              <a:t> Calculating optimal routes considering real-time traffic, road closures, and hazards.</a:t>
            </a:r>
          </a:p>
          <a:p>
            <a:r>
              <a:rPr lang="en-US" b="1" dirty="0"/>
              <a:t>Current Inventory:</a:t>
            </a:r>
            <a:r>
              <a:rPr lang="en-US" dirty="0"/>
              <a:t> Matching available resources with identified needs.</a:t>
            </a:r>
          </a:p>
          <a:p>
            <a:pPr marL="0" indent="0">
              <a:buNone/>
            </a:pPr>
            <a:endParaRPr lang="en-US" dirty="0"/>
          </a:p>
          <a:p>
            <a:pPr marL="0" indent="0">
              <a:buNone/>
            </a:pPr>
            <a:r>
              <a:rPr lang="en-US" b="1" dirty="0"/>
              <a:t>7. Logistics and Tracking:</a:t>
            </a:r>
            <a:r>
              <a:rPr lang="en-US" dirty="0"/>
              <a:t> Integrated GPS and RFID tracking to monitor the location and status of all deployed assets and resources in real-time.</a:t>
            </a:r>
            <a:endParaRPr lang="en-US" b="1" dirty="0"/>
          </a:p>
          <a:p>
            <a:endParaRPr lang="en-IN" dirty="0"/>
          </a:p>
        </p:txBody>
      </p:sp>
    </p:spTree>
    <p:extLst>
      <p:ext uri="{BB962C8B-B14F-4D97-AF65-F5344CB8AC3E}">
        <p14:creationId xmlns:p14="http://schemas.microsoft.com/office/powerpoint/2010/main" val="151048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809B3C-9CE7-44D6-F706-2DA057995887}"/>
              </a:ext>
            </a:extLst>
          </p:cNvPr>
          <p:cNvSpPr>
            <a:spLocks noGrp="1"/>
          </p:cNvSpPr>
          <p:nvPr>
            <p:ph type="title"/>
          </p:nvPr>
        </p:nvSpPr>
        <p:spPr>
          <a:xfrm>
            <a:off x="758952" y="379475"/>
            <a:ext cx="10671048" cy="1554480"/>
          </a:xfrm>
        </p:spPr>
        <p:txBody>
          <a:bodyPr anchor="ctr">
            <a:normAutofit/>
          </a:bodyPr>
          <a:lstStyle/>
          <a:p>
            <a:r>
              <a:rPr lang="en-IN">
                <a:solidFill>
                  <a:schemeClr val="bg1"/>
                </a:solidFill>
              </a:rPr>
              <a:t>OBJECTIVES</a:t>
            </a:r>
          </a:p>
        </p:txBody>
      </p:sp>
      <p:sp>
        <p:nvSpPr>
          <p:cNvPr id="3" name="Content Placeholder 2">
            <a:extLst>
              <a:ext uri="{FF2B5EF4-FFF2-40B4-BE49-F238E27FC236}">
                <a16:creationId xmlns:a16="http://schemas.microsoft.com/office/drawing/2014/main" id="{A7310890-FA7C-998F-48C6-C815B0CD4227}"/>
              </a:ext>
            </a:extLst>
          </p:cNvPr>
          <p:cNvSpPr>
            <a:spLocks noGrp="1"/>
          </p:cNvSpPr>
          <p:nvPr>
            <p:ph idx="1"/>
          </p:nvPr>
        </p:nvSpPr>
        <p:spPr>
          <a:xfrm>
            <a:off x="758824" y="2607732"/>
            <a:ext cx="8412480" cy="4147029"/>
          </a:xfrm>
        </p:spPr>
        <p:txBody>
          <a:bodyPr>
            <a:normAutofit lnSpcReduction="10000"/>
          </a:bodyPr>
          <a:lstStyle/>
          <a:p>
            <a:pPr marL="457200" indent="-457200">
              <a:buFont typeface="+mj-lt"/>
              <a:buAutoNum type="arabicPeriod"/>
            </a:pPr>
            <a:r>
              <a:rPr lang="en-IN" b="1" dirty="0"/>
              <a:t> Optimize Resource Allocation: </a:t>
            </a:r>
            <a:r>
              <a:rPr lang="en-US" dirty="0"/>
              <a:t>This is the central technical goal: to ensure the right resources (personnel, equipment, aid) are deployed to the right place at the right time.</a:t>
            </a:r>
          </a:p>
          <a:p>
            <a:pPr marL="457200" indent="-457200">
              <a:buFont typeface="+mj-lt"/>
              <a:buAutoNum type="arabicPeriod"/>
            </a:pPr>
            <a:r>
              <a:rPr lang="en-IN" b="1" dirty="0"/>
              <a:t>Enhance Real-Time Situational Awareness: </a:t>
            </a:r>
            <a:r>
              <a:rPr lang="en-US" dirty="0"/>
              <a:t>To move beyond guesswork, the system must provide a single, trustworthy source of truth for all decision-makers.</a:t>
            </a:r>
          </a:p>
          <a:p>
            <a:pPr marL="457200" indent="-457200">
              <a:buFont typeface="+mj-lt"/>
              <a:buAutoNum type="arabicPeriod"/>
            </a:pPr>
            <a:r>
              <a:rPr lang="en-IN" b="1" dirty="0"/>
              <a:t>Improve Coordination and Collaboration:</a:t>
            </a:r>
            <a:r>
              <a:rPr lang="en-IN" dirty="0"/>
              <a:t> </a:t>
            </a:r>
            <a:r>
              <a:rPr lang="en-US" dirty="0"/>
              <a:t>Disasters require complex multi-agency responses. The DRROS aims to unify their efforts.</a:t>
            </a:r>
          </a:p>
          <a:p>
            <a:pPr marL="457200" indent="-457200">
              <a:buFont typeface="+mj-lt"/>
              <a:buAutoNum type="arabicPeriod"/>
            </a:pPr>
            <a:r>
              <a:rPr lang="en-US" b="1" dirty="0"/>
              <a:t>Provide Predictive and Adaptive Response Capabilities: </a:t>
            </a:r>
            <a:r>
              <a:rPr lang="en-US" dirty="0"/>
              <a:t>Shift the response strategy from merely reacting to what has happened to anticipating what will happen next.</a:t>
            </a:r>
            <a:endParaRPr lang="en-US" b="1" dirty="0"/>
          </a:p>
          <a:p>
            <a:endParaRPr lang="en-IN" b="1" dirty="0"/>
          </a:p>
        </p:txBody>
      </p:sp>
      <p:sp>
        <p:nvSpPr>
          <p:cNvPr id="7"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599530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AABA86-F0FB-AC98-3107-78E94DBBFB2C}"/>
              </a:ext>
            </a:extLst>
          </p:cNvPr>
          <p:cNvSpPr>
            <a:spLocks noGrp="1"/>
          </p:cNvSpPr>
          <p:nvPr>
            <p:ph type="title"/>
          </p:nvPr>
        </p:nvSpPr>
        <p:spPr>
          <a:xfrm>
            <a:off x="758952" y="379475"/>
            <a:ext cx="10671048" cy="1554480"/>
          </a:xfrm>
        </p:spPr>
        <p:txBody>
          <a:bodyPr anchor="ctr">
            <a:normAutofit/>
          </a:bodyPr>
          <a:lstStyle/>
          <a:p>
            <a:r>
              <a:rPr lang="en-IN">
                <a:solidFill>
                  <a:schemeClr val="bg1"/>
                </a:solidFill>
              </a:rPr>
              <a:t>REFERENCES</a:t>
            </a:r>
          </a:p>
        </p:txBody>
      </p:sp>
      <p:sp>
        <p:nvSpPr>
          <p:cNvPr id="3" name="Content Placeholder 2">
            <a:extLst>
              <a:ext uri="{FF2B5EF4-FFF2-40B4-BE49-F238E27FC236}">
                <a16:creationId xmlns:a16="http://schemas.microsoft.com/office/drawing/2014/main" id="{7849211D-B009-EC3D-3B52-1CD0CD5FF024}"/>
              </a:ext>
            </a:extLst>
          </p:cNvPr>
          <p:cNvSpPr>
            <a:spLocks noGrp="1"/>
          </p:cNvSpPr>
          <p:nvPr>
            <p:ph idx="1"/>
          </p:nvPr>
        </p:nvSpPr>
        <p:spPr>
          <a:xfrm>
            <a:off x="758824" y="2607732"/>
            <a:ext cx="8412480" cy="3174357"/>
          </a:xfrm>
        </p:spPr>
        <p:txBody>
          <a:bodyPr>
            <a:normAutofit/>
          </a:bodyPr>
          <a:lstStyle/>
          <a:p>
            <a:pPr marL="0" indent="0">
              <a:buNone/>
            </a:pPr>
            <a:r>
              <a:rPr lang="en-IN" b="1" dirty="0"/>
              <a:t>[1]  </a:t>
            </a:r>
            <a:r>
              <a:rPr lang="en-IN" dirty="0"/>
              <a:t>Hinoni Goyal, Manik Goyal, “A Review on Disaster Management and it’s Mitigation Techniques.” , 2018.</a:t>
            </a:r>
            <a:endParaRPr lang="en-IN" b="1"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850687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6C73-6A47-74D9-66B0-EDF3E5D40BA4}"/>
              </a:ext>
            </a:extLst>
          </p:cNvPr>
          <p:cNvSpPr>
            <a:spLocks noGrp="1"/>
          </p:cNvSpPr>
          <p:nvPr>
            <p:ph type="ctrTitle"/>
          </p:nvPr>
        </p:nvSpPr>
        <p:spPr>
          <a:xfrm>
            <a:off x="1078991" y="1143000"/>
            <a:ext cx="10523073" cy="3730752"/>
          </a:xfrm>
        </p:spPr>
        <p:txBody>
          <a:bodyPr>
            <a:normAutofit/>
          </a:bodyPr>
          <a:lstStyle/>
          <a:p>
            <a:pPr algn="ctr"/>
            <a:r>
              <a:rPr lang="en-IN" sz="9600" b="1" dirty="0"/>
              <a:t>THANK</a:t>
            </a:r>
            <a:br>
              <a:rPr lang="en-IN" sz="9600" b="1" dirty="0"/>
            </a:br>
            <a:r>
              <a:rPr lang="en-IN" sz="9600" b="1" dirty="0"/>
              <a:t>YOU!</a:t>
            </a:r>
          </a:p>
        </p:txBody>
      </p:sp>
    </p:spTree>
    <p:extLst>
      <p:ext uri="{BB962C8B-B14F-4D97-AF65-F5344CB8AC3E}">
        <p14:creationId xmlns:p14="http://schemas.microsoft.com/office/powerpoint/2010/main" val="2739080447"/>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587</TotalTime>
  <Words>1137</Words>
  <Application>Microsoft Office PowerPoint</Application>
  <PresentationFormat>Widescreen</PresentationFormat>
  <Paragraphs>48</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Avenir Next LT Pro</vt:lpstr>
      <vt:lpstr>Sitka Banner</vt:lpstr>
      <vt:lpstr>HeadlinesVTI</vt:lpstr>
      <vt:lpstr>Disaster Management and Resource Allocation System</vt:lpstr>
      <vt:lpstr>INTRODUCTION</vt:lpstr>
      <vt:lpstr>PowerPoint Presentation</vt:lpstr>
      <vt:lpstr>LITERATURE REVIEW</vt:lpstr>
      <vt:lpstr>PowerPoint Presentation</vt:lpstr>
      <vt:lpstr>PowerPoint Presentation</vt:lpstr>
      <vt:lpstr>PROBLEM STATEMENT</vt:lpstr>
      <vt:lpstr>PROPOSED SOLUTION</vt:lpstr>
      <vt:lpstr>PowerPoint Presentation</vt:lpstr>
      <vt:lpstr>PowerPoint Presentation</vt:lpstr>
      <vt:lpstr>OBJECTIVES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Aggarwal</dc:creator>
  <cp:lastModifiedBy>Aditya Aggarwal</cp:lastModifiedBy>
  <cp:revision>1</cp:revision>
  <dcterms:created xsi:type="dcterms:W3CDTF">2025-10-12T10:32:59Z</dcterms:created>
  <dcterms:modified xsi:type="dcterms:W3CDTF">2025-10-12T20:20:21Z</dcterms:modified>
</cp:coreProperties>
</file>