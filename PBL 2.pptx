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7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9454D-3DEC-4EFD-AD3F-44E3F47255F7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AC8D52-7C8D-4B73-8D68-2D383971AE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71470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AC8D52-7C8D-4B73-8D68-2D383971AEF7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9062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17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5024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667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5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563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478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1879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EA474-078D-4E9B-9B14-09A87B19DC46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220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7D986-8816-4272-A432-0437A28A9828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76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11321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4747847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28479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5125511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68187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66282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4402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6E202-B606-4609-B914-27C9371A1F6D}" type="datetime1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5980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6C710-7AA7-E309-32DF-ED14EA164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929" y="639097"/>
            <a:ext cx="6253317" cy="3686015"/>
          </a:xfrm>
        </p:spPr>
        <p:txBody>
          <a:bodyPr>
            <a:normAutofit/>
          </a:bodyPr>
          <a:lstStyle/>
          <a:p>
            <a:r>
              <a:rPr lang="en-IN" sz="5000"/>
              <a:t>DISASTER MANAGEMNT AND RESOURCE ALLOCATION SYSTEM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929864-2937-DEC8-5AB9-602A1D32E6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2899" y="4672739"/>
            <a:ext cx="6269347" cy="1021498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By Aditya Aggarwal</a:t>
            </a:r>
          </a:p>
          <a:p>
            <a:r>
              <a:rPr lang="en-IN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Reg no. - 2427030522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44D23A-9F4B-D827-E3A1-716A20EC50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7" r="37997" b="1"/>
          <a:stretch>
            <a:fillRect/>
          </a:stretch>
        </p:blipFill>
        <p:spPr>
          <a:xfrm>
            <a:off x="7556686" y="1"/>
            <a:ext cx="4635315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07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FB059-5E7C-0BF6-FDF5-8CF12211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7E7B3-6F4D-0F19-997F-1AA86E626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 </a:t>
            </a:r>
            <a:r>
              <a:rPr lang="en-US" sz="2800" b="1" dirty="0"/>
              <a:t>Disaster Management and Resource Allocation System</a:t>
            </a:r>
            <a:r>
              <a:rPr lang="en-US" sz="2800" dirty="0"/>
              <a:t> is designed to efficiently handle and coordinate activities before, during, and after a disaster to minimize its impact on people, property, and the environment. It integrates technology, communication, and resource management to ensure timely response and recovery.</a:t>
            </a:r>
            <a:endParaRPr lang="en-IN" sz="28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5163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B634B-64A3-0249-7FE2-003BF7C9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CURRENT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C93A3-9FA5-624D-6652-7D854A264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08200"/>
            <a:ext cx="10058400" cy="4204109"/>
          </a:xfrm>
        </p:spPr>
        <p:txBody>
          <a:bodyPr>
            <a:normAutofit/>
          </a:bodyPr>
          <a:lstStyle/>
          <a:p>
            <a:r>
              <a:rPr lang="en-IN" sz="2000" b="1" dirty="0"/>
              <a:t>1) USHAHIDI – Crowdsourced reporting platform</a:t>
            </a:r>
          </a:p>
          <a:p>
            <a:r>
              <a:rPr lang="en-IN" dirty="0"/>
              <a:t>Pros</a:t>
            </a:r>
          </a:p>
          <a:p>
            <a:pPr lvl="0"/>
            <a:r>
              <a:rPr lang="en-IN" dirty="0"/>
              <a:t>Enables rapid, low-cost collection of eyewitness reports (SMS, web, social), improving situational awareness in early hours.</a:t>
            </a:r>
          </a:p>
          <a:p>
            <a:pPr lvl="0"/>
            <a:r>
              <a:rPr lang="en-IN" dirty="0"/>
              <a:t>Easy to deploy and widely adopted (many countries / events), good for community engagement. </a:t>
            </a:r>
          </a:p>
          <a:p>
            <a:r>
              <a:rPr lang="en-IN" dirty="0"/>
              <a:t>Cons</a:t>
            </a:r>
          </a:p>
          <a:p>
            <a:pPr lvl="0"/>
            <a:r>
              <a:rPr lang="en-IN" dirty="0"/>
              <a:t>Data quality and veracity issues (rumours, duplicate or malicious reports) require heavy moderation or verification. </a:t>
            </a:r>
          </a:p>
          <a:p>
            <a:pPr lvl="0"/>
            <a:r>
              <a:rPr lang="en-IN" dirty="0"/>
              <a:t>Limited built-in geospatial/asset-management capabilities compared with full-fledged DM suites (needs integrations).</a:t>
            </a:r>
          </a:p>
          <a:p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2938267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C5AE5A-586D-25D2-FB6D-355A3F011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826"/>
            <a:ext cx="12192000" cy="678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668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25842-43A5-1EA1-E456-140A50871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491613"/>
            <a:ext cx="10058400" cy="6056671"/>
          </a:xfrm>
        </p:spPr>
        <p:txBody>
          <a:bodyPr>
            <a:noAutofit/>
          </a:bodyPr>
          <a:lstStyle/>
          <a:p>
            <a:r>
              <a:rPr lang="en-IN" sz="2400" b="1" dirty="0"/>
              <a:t>2) Sahana Eden — open-source disaster management system (coordination / asset/personnel tracking)</a:t>
            </a:r>
            <a:endParaRPr lang="en-IN" sz="2400" dirty="0"/>
          </a:p>
          <a:p>
            <a:r>
              <a:rPr lang="en-IN" sz="2400" dirty="0"/>
              <a:t>Pros</a:t>
            </a:r>
          </a:p>
          <a:p>
            <a:pPr lvl="0"/>
            <a:r>
              <a:rPr lang="en-IN" sz="2400" dirty="0"/>
              <a:t>Feature-rich for coordination: shelters, hospitals, volunteers, inventories and geospatial layers — built specifically for DM workflows. </a:t>
            </a:r>
          </a:p>
          <a:p>
            <a:pPr lvl="0"/>
            <a:r>
              <a:rPr lang="en-IN" sz="2400" dirty="0"/>
              <a:t>Open-source and extensible; strong track record in humanitarian deployments. </a:t>
            </a:r>
          </a:p>
          <a:p>
            <a:r>
              <a:rPr lang="en-IN" sz="2400" dirty="0"/>
              <a:t>Cons</a:t>
            </a:r>
          </a:p>
          <a:p>
            <a:pPr lvl="0"/>
            <a:r>
              <a:rPr lang="en-IN" sz="2400" dirty="0"/>
              <a:t>More complex to install/customize than lightweight tools; requires technical capacity for full value. </a:t>
            </a:r>
          </a:p>
          <a:p>
            <a:r>
              <a:rPr lang="en-IN" sz="2400" dirty="0"/>
              <a:t>Usability and mobile UX can lag modern commercial SaaS unless customized. </a:t>
            </a:r>
          </a:p>
        </p:txBody>
      </p:sp>
    </p:spTree>
    <p:extLst>
      <p:ext uri="{BB962C8B-B14F-4D97-AF65-F5344CB8AC3E}">
        <p14:creationId xmlns:p14="http://schemas.microsoft.com/office/powerpoint/2010/main" val="1574922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E8462A-FEBA-4848-81CC-3F8DA3E47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09F83F-40FE-4DB3-84CC-09FB3340D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E492D7-C3C3-48FF-80C8-37021EA02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0B30FF97-2E9A-490A-AED2-90BA2E0EC1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B6D53C7D-A312-47B6-A66A-230A19CFA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9329D58C-0D2E-4A2B-AD6A-9CEE506784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9D446EDE-C690-4461-8BF2-7634808FC8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323F3D34-6531-4AD7-A8C6-195A0902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B9B0AE3F-2350-435F-A9B0-C310BF876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4EFA655C-9E50-4C14-A89E-AD7B648E4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3E843863-7D25-4C01-9A17-E817CB6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1F9B1-B01B-4A84-89D9-B169AEB4E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DF7874-9FD4-82BF-019E-3D64E162B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391" y="1131994"/>
            <a:ext cx="9135094" cy="4590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98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97013-7852-C651-CC51-AF0454C55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491613"/>
            <a:ext cx="9194253" cy="5889522"/>
          </a:xfrm>
        </p:spPr>
        <p:txBody>
          <a:bodyPr>
            <a:normAutofit/>
          </a:bodyPr>
          <a:lstStyle/>
          <a:p>
            <a:r>
              <a:rPr lang="en-IN" sz="2400" b="1" dirty="0"/>
              <a:t>3) GDACS (Global Disaster Alert &amp; Coordination System) — alert aggregation and coordination</a:t>
            </a:r>
            <a:endParaRPr lang="en-IN" sz="2400" dirty="0"/>
          </a:p>
          <a:p>
            <a:r>
              <a:rPr lang="en-IN" sz="2400" dirty="0"/>
              <a:t>Pros</a:t>
            </a:r>
          </a:p>
          <a:p>
            <a:pPr lvl="0"/>
            <a:r>
              <a:rPr lang="en-IN" sz="2400" dirty="0"/>
              <a:t>Centralized rapid alerts and event severity estimates for earthquakes, cyclones, tsunamis — integrates satellite/sensor feeds for situational awareness. </a:t>
            </a:r>
          </a:p>
          <a:p>
            <a:pPr lvl="0"/>
            <a:r>
              <a:rPr lang="en-IN" sz="2400" dirty="0"/>
              <a:t>Backed by UN/EU partnerships — trusted for international coordination. </a:t>
            </a:r>
          </a:p>
          <a:p>
            <a:r>
              <a:rPr lang="en-IN" sz="2400" dirty="0"/>
              <a:t>Cons</a:t>
            </a:r>
          </a:p>
          <a:p>
            <a:pPr lvl="0"/>
            <a:r>
              <a:rPr lang="en-IN" sz="2400" dirty="0"/>
              <a:t>Global-level alerts are coarse — local decision-makers still need localized, high-resolution data. </a:t>
            </a:r>
          </a:p>
          <a:p>
            <a:pPr lvl="0"/>
            <a:r>
              <a:rPr lang="en-IN" sz="2400" dirty="0"/>
              <a:t>Not a full resource-allocation system (requires downstream integration with logistics/operations platforms).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4753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1029ED5-F105-4DD2-99C8-1E44228179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D621E68-BF28-4A1C-B1A2-4E55E139E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E8BBE4D-F0DF-49B9-B75A-99DAC53ACA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3">
              <a:extLst>
                <a:ext uri="{FF2B5EF4-FFF2-40B4-BE49-F238E27FC236}">
                  <a16:creationId xmlns:a16="http://schemas.microsoft.com/office/drawing/2014/main" id="{E0F07DDC-34A6-46A1-9DE9-2BBE2931A5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CEB2BF9-B8DB-45B9-86EA-D197B5B1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08B5BB34-3801-4E70-A981-FE007635E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8432A75-2CEB-463C-A8F2-ABB50A79F4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7E850B8-C050-4597-8BEB-113FEC9A27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4ACC798-9CEC-4B6F-A8DD-F8E6FCCCF1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1D58A8C6-1294-4CD9-89BC-F1E981A52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F32F2ED6-6143-46C4-A641-72D42732B6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5C9652B3-A450-4ED6-8FBF-F536BA60B4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23075A-BABE-F87C-2E65-1C22DB941E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98" r="1" b="1"/>
          <a:stretch>
            <a:fillRect/>
          </a:stretch>
        </p:blipFill>
        <p:spPr>
          <a:xfrm>
            <a:off x="568452" y="571499"/>
            <a:ext cx="11086002" cy="5730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772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B56A-3737-F7E9-A05B-A45DFF76B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24232"/>
          </a:xfrm>
        </p:spPr>
        <p:txBody>
          <a:bodyPr>
            <a:normAutofit/>
          </a:bodyPr>
          <a:lstStyle/>
          <a:p>
            <a:pPr algn="ctr"/>
            <a:r>
              <a:rPr lang="en-IN" sz="4800" b="1" dirty="0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B914-D85C-BBF3-6011-81991C9F4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40310"/>
            <a:ext cx="8596668" cy="4301052"/>
          </a:xfrm>
        </p:spPr>
        <p:txBody>
          <a:bodyPr>
            <a:normAutofit/>
          </a:bodyPr>
          <a:lstStyle/>
          <a:p>
            <a:r>
              <a:rPr lang="en-IN" sz="2400" dirty="0"/>
              <a:t>My Solution is the Disaster Response and Resource Optimization System (DRROS). </a:t>
            </a:r>
          </a:p>
          <a:p>
            <a:r>
              <a:rPr lang="en-IN" sz="2400" dirty="0"/>
              <a:t>The development of the Disaster Response and Resource Optimization System (DRROS) follows a systematic methodology that combines requirement analysis, data integration, intelligent modelling, system design, and validation to ensure an effective and robust solution. The methodology consists of the following steps: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44526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B6ECA-9456-AEE8-0564-AA7FEB99F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373626"/>
            <a:ext cx="9036937" cy="6086167"/>
          </a:xfrm>
        </p:spPr>
        <p:txBody>
          <a:bodyPr/>
          <a:lstStyle/>
          <a:p>
            <a:r>
              <a:rPr lang="en-IN" sz="2400" b="1" dirty="0"/>
              <a:t>1. Requirement Analysis and Problem Understanding</a:t>
            </a:r>
            <a:endParaRPr lang="en-IN" sz="2400" dirty="0"/>
          </a:p>
          <a:p>
            <a:r>
              <a:rPr lang="en-IN" sz="2400" b="1" dirty="0"/>
              <a:t>2. Data Collection and Source Integration Planning</a:t>
            </a:r>
            <a:endParaRPr lang="en-IN" sz="2400" dirty="0"/>
          </a:p>
          <a:p>
            <a:r>
              <a:rPr lang="en-IN" sz="2400" b="1" dirty="0"/>
              <a:t>3. System Architecture Design</a:t>
            </a:r>
            <a:endParaRPr lang="en-IN" sz="2400" dirty="0"/>
          </a:p>
          <a:p>
            <a:r>
              <a:rPr lang="en-IN" sz="2400" b="1" dirty="0"/>
              <a:t>4. Development of Event Detection and Prediction Models</a:t>
            </a:r>
            <a:endParaRPr lang="en-IN" sz="2400" dirty="0"/>
          </a:p>
          <a:p>
            <a:r>
              <a:rPr lang="en-IN" sz="2400" b="1" dirty="0"/>
              <a:t>5. Design and Implementation of Resource Optimization Algorithms</a:t>
            </a:r>
            <a:endParaRPr lang="en-IN" sz="2400" dirty="0"/>
          </a:p>
          <a:p>
            <a:r>
              <a:rPr lang="en-IN" sz="2400" b="1" dirty="0"/>
              <a:t>6. User Interface and Communication Module Development</a:t>
            </a:r>
            <a:endParaRPr lang="en-IN" sz="2400" dirty="0"/>
          </a:p>
          <a:p>
            <a:r>
              <a:rPr lang="en-IN" sz="2400" b="1" dirty="0"/>
              <a:t>7. System Integration and Interoperability Testing</a:t>
            </a:r>
            <a:endParaRPr lang="en-IN" sz="2400" dirty="0"/>
          </a:p>
          <a:p>
            <a:r>
              <a:rPr lang="en-IN" sz="2400" b="1" dirty="0"/>
              <a:t>8. Performance Evaluation and Validation</a:t>
            </a:r>
            <a:endParaRPr lang="en-IN" sz="2400" dirty="0"/>
          </a:p>
          <a:p>
            <a:r>
              <a:rPr lang="en-IN" sz="2400" b="1" dirty="0"/>
              <a:t>9. Deployment and Training</a:t>
            </a:r>
            <a:endParaRPr lang="en-IN" sz="2400" dirty="0"/>
          </a:p>
          <a:p>
            <a:r>
              <a:rPr lang="en-IN" sz="2400" b="1" dirty="0"/>
              <a:t>10. Continuous Monitoring, Updating, and Maintenance</a:t>
            </a:r>
            <a:endParaRPr lang="en-IN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709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7D5BF-FDC0-BDC2-9213-50907A9A7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845574"/>
          </a:xfrm>
        </p:spPr>
        <p:txBody>
          <a:bodyPr/>
          <a:lstStyle/>
          <a:p>
            <a:pPr algn="ctr"/>
            <a:r>
              <a:rPr lang="en-IN" b="1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DEFA-41DE-2B43-C940-80B52DBF0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50143"/>
            <a:ext cx="8596668" cy="4291220"/>
          </a:xfrm>
        </p:spPr>
        <p:txBody>
          <a:bodyPr/>
          <a:lstStyle/>
          <a:p>
            <a:r>
              <a:rPr lang="en-IN" sz="2000" b="1" dirty="0"/>
              <a:t>Advantages of DRROS Over Ushahidi</a:t>
            </a:r>
          </a:p>
          <a:p>
            <a:r>
              <a:rPr lang="en-IN" sz="2000" dirty="0"/>
              <a:t>✔ Integrates </a:t>
            </a:r>
            <a:r>
              <a:rPr lang="en-IN" sz="2000" b="1" dirty="0"/>
              <a:t>multiple real-time data sources</a:t>
            </a:r>
            <a:r>
              <a:rPr lang="en-IN" sz="2000" dirty="0"/>
              <a:t> (IoT, satellite, sensors, government feeds)</a:t>
            </a:r>
          </a:p>
          <a:p>
            <a:r>
              <a:rPr lang="en-IN" sz="2000" dirty="0"/>
              <a:t>✔ Includes </a:t>
            </a:r>
            <a:r>
              <a:rPr lang="en-IN" sz="2000" b="1" dirty="0"/>
              <a:t>AI-based prediction models</a:t>
            </a:r>
            <a:endParaRPr lang="en-IN" sz="2000" dirty="0"/>
          </a:p>
          <a:p>
            <a:r>
              <a:rPr lang="en-IN" sz="2000" dirty="0"/>
              <a:t>✔ Implements </a:t>
            </a:r>
            <a:r>
              <a:rPr lang="en-IN" sz="2000" b="1" dirty="0"/>
              <a:t>optimization algorithms (MILP, RL, heuristics)</a:t>
            </a:r>
            <a:r>
              <a:rPr lang="en-IN" sz="2000" dirty="0"/>
              <a:t> for resource allocation</a:t>
            </a:r>
          </a:p>
          <a:p>
            <a:r>
              <a:rPr lang="en-IN" sz="2000" dirty="0"/>
              <a:t>✔ Provides a </a:t>
            </a:r>
            <a:r>
              <a:rPr lang="en-IN" sz="2000" b="1" dirty="0"/>
              <a:t>centralized coordination system</a:t>
            </a:r>
            <a:endParaRPr lang="en-IN" sz="2000" dirty="0"/>
          </a:p>
          <a:p>
            <a:r>
              <a:rPr lang="en-IN" sz="2000" dirty="0"/>
              <a:t>✔ Automated decision support instead of just report aggregation</a:t>
            </a:r>
          </a:p>
          <a:p>
            <a:r>
              <a:rPr lang="en-IN" sz="2000" dirty="0"/>
              <a:t>✔ End-to-end disaster lifecycle support (detection → allocation → monitoring → analysis)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1960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8217-1F86-1ED8-6A1D-14744B5B9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324465"/>
            <a:ext cx="9145092" cy="6145161"/>
          </a:xfrm>
        </p:spPr>
        <p:txBody>
          <a:bodyPr/>
          <a:lstStyle/>
          <a:p>
            <a:r>
              <a:rPr lang="en-IN" sz="2400" b="1" dirty="0"/>
              <a:t>Advantages of DRROS Over Sahana Eden</a:t>
            </a:r>
          </a:p>
          <a:p>
            <a:r>
              <a:rPr lang="en-IN" sz="2400" dirty="0"/>
              <a:t>✔ Built-in </a:t>
            </a:r>
            <a:r>
              <a:rPr lang="en-IN" sz="2400" b="1" dirty="0"/>
              <a:t>AI/ML-based severity detection and forecasting</a:t>
            </a:r>
            <a:endParaRPr lang="en-IN" sz="2400" dirty="0"/>
          </a:p>
          <a:p>
            <a:r>
              <a:rPr lang="en-IN" sz="2400" dirty="0"/>
              <a:t>✔ Advanced </a:t>
            </a:r>
            <a:r>
              <a:rPr lang="en-IN" sz="2400" b="1" dirty="0"/>
              <a:t>resource optimization module</a:t>
            </a:r>
            <a:endParaRPr lang="en-IN" sz="2400" dirty="0"/>
          </a:p>
          <a:p>
            <a:r>
              <a:rPr lang="en-IN" sz="2400" dirty="0"/>
              <a:t>✔ Modular multi-layer architecture (Data → Processing → AI → Application → Communication)</a:t>
            </a:r>
          </a:p>
          <a:p>
            <a:r>
              <a:rPr lang="en-IN" sz="2400" dirty="0"/>
              <a:t>✔ Real-time dynamic allocation (not just tracking)</a:t>
            </a:r>
          </a:p>
          <a:p>
            <a:r>
              <a:rPr lang="en-IN" sz="2400" dirty="0"/>
              <a:t>✔ Automated alert dissemination (SMS, push, broadcast)</a:t>
            </a:r>
          </a:p>
          <a:p>
            <a:r>
              <a:rPr lang="en-IN" sz="2400" dirty="0"/>
              <a:t>✔ Designed for scalability (cloud/hybrid deployment)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7340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D050A-FC44-3606-3A9B-F3CD2B9E4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344129"/>
            <a:ext cx="9086098" cy="6174658"/>
          </a:xfrm>
        </p:spPr>
        <p:txBody>
          <a:bodyPr/>
          <a:lstStyle/>
          <a:p>
            <a:r>
              <a:rPr lang="en-IN" sz="2400" b="1" dirty="0"/>
              <a:t>Advantages of DRROS Over GDACS</a:t>
            </a:r>
          </a:p>
          <a:p>
            <a:r>
              <a:rPr lang="en-IN" sz="2400" dirty="0"/>
              <a:t>✔ Provides </a:t>
            </a:r>
            <a:r>
              <a:rPr lang="en-IN" sz="2400" b="1" dirty="0"/>
              <a:t>localized, high-resolution decision support</a:t>
            </a:r>
            <a:endParaRPr lang="en-IN" sz="2400" dirty="0"/>
          </a:p>
          <a:p>
            <a:r>
              <a:rPr lang="en-IN" sz="2400" dirty="0"/>
              <a:t>✔ Integrates ground-level data (IoT, field reports)</a:t>
            </a:r>
          </a:p>
          <a:p>
            <a:r>
              <a:rPr lang="en-IN" sz="2400" dirty="0"/>
              <a:t>✔ Performs </a:t>
            </a:r>
            <a:r>
              <a:rPr lang="en-IN" sz="2400" b="1" dirty="0"/>
              <a:t>real-time resource distribution planning</a:t>
            </a:r>
            <a:endParaRPr lang="en-IN" sz="2400" dirty="0"/>
          </a:p>
          <a:p>
            <a:r>
              <a:rPr lang="en-IN" sz="2400" dirty="0"/>
              <a:t>✔ Supports inter-agency coordination</a:t>
            </a:r>
          </a:p>
          <a:p>
            <a:r>
              <a:rPr lang="en-IN" sz="2400" dirty="0"/>
              <a:t>✔ Maintains operational logs for post-disaster analysis</a:t>
            </a:r>
          </a:p>
          <a:p>
            <a:r>
              <a:rPr lang="en-IN" sz="2400" dirty="0"/>
              <a:t>✔ Offers actionable deployment recommendations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13514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82</TotalTime>
  <Words>629</Words>
  <Application>Microsoft Office PowerPoint</Application>
  <PresentationFormat>Widescreen</PresentationFormat>
  <Paragraphs>63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Trebuchet MS</vt:lpstr>
      <vt:lpstr>Wingdings 3</vt:lpstr>
      <vt:lpstr>Facet</vt:lpstr>
      <vt:lpstr>DISASTER MANAGEMNT AND RESOURCE ALLOCATION SYSTEM </vt:lpstr>
      <vt:lpstr>INTRODUCTION</vt:lpstr>
      <vt:lpstr>CURRENT SYSTEMS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</vt:lpstr>
      <vt:lpstr>PowerPoint Presentation</vt:lpstr>
      <vt:lpstr>ADVANTAGES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Aditya Aggarwal</dc:creator>
  <cp:lastModifiedBy>Aditya Aggarwal</cp:lastModifiedBy>
  <cp:revision>1</cp:revision>
  <dcterms:created xsi:type="dcterms:W3CDTF">2026-02-14T06:45:12Z</dcterms:created>
  <dcterms:modified xsi:type="dcterms:W3CDTF">2026-02-14T08:07:46Z</dcterms:modified>
</cp:coreProperties>
</file>