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7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7" r:id="rId17"/>
    <p:sldId id="278" r:id="rId18"/>
    <p:sldId id="279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410B21-523E-48DA-81F1-445EDA781CB6}" v="24" dt="2026-04-12T11:52:59.3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Aggarwal" userId="aa0dd7aca5ba01c4" providerId="LiveId" clId="{9632C8BB-0281-4FA5-9026-04B72B391629}"/>
    <pc:docChg chg="undo custSel addSld delSld modSld sldOrd">
      <pc:chgData name="Aditya Aggarwal" userId="aa0dd7aca5ba01c4" providerId="LiveId" clId="{9632C8BB-0281-4FA5-9026-04B72B391629}" dt="2026-04-12T11:56:08.698" v="1106"/>
      <pc:docMkLst>
        <pc:docMk/>
      </pc:docMkLst>
      <pc:sldChg chg="modSp new mod">
        <pc:chgData name="Aditya Aggarwal" userId="aa0dd7aca5ba01c4" providerId="LiveId" clId="{9632C8BB-0281-4FA5-9026-04B72B391629}" dt="2026-04-02T21:36:20.148" v="200" actId="20577"/>
        <pc:sldMkLst>
          <pc:docMk/>
          <pc:sldMk cId="4269923008" sldId="269"/>
        </pc:sldMkLst>
        <pc:spChg chg="mod">
          <ac:chgData name="Aditya Aggarwal" userId="aa0dd7aca5ba01c4" providerId="LiveId" clId="{9632C8BB-0281-4FA5-9026-04B72B391629}" dt="2026-04-02T21:33:34.751" v="20" actId="20577"/>
          <ac:spMkLst>
            <pc:docMk/>
            <pc:sldMk cId="4269923008" sldId="269"/>
            <ac:spMk id="2" creationId="{548DDB60-02BB-2128-6499-4650145B6E62}"/>
          </ac:spMkLst>
        </pc:spChg>
        <pc:spChg chg="mod">
          <ac:chgData name="Aditya Aggarwal" userId="aa0dd7aca5ba01c4" providerId="LiveId" clId="{9632C8BB-0281-4FA5-9026-04B72B391629}" dt="2026-04-02T21:36:20.148" v="200" actId="20577"/>
          <ac:spMkLst>
            <pc:docMk/>
            <pc:sldMk cId="4269923008" sldId="269"/>
            <ac:spMk id="3" creationId="{0D810A53-261F-E28E-6AEF-3C20E9FE90D0}"/>
          </ac:spMkLst>
        </pc:spChg>
      </pc:sldChg>
      <pc:sldChg chg="modSp new mod">
        <pc:chgData name="Aditya Aggarwal" userId="aa0dd7aca5ba01c4" providerId="LiveId" clId="{9632C8BB-0281-4FA5-9026-04B72B391629}" dt="2026-04-02T21:39:40.609" v="247" actId="12"/>
        <pc:sldMkLst>
          <pc:docMk/>
          <pc:sldMk cId="446114068" sldId="270"/>
        </pc:sldMkLst>
        <pc:spChg chg="mod">
          <ac:chgData name="Aditya Aggarwal" userId="aa0dd7aca5ba01c4" providerId="LiveId" clId="{9632C8BB-0281-4FA5-9026-04B72B391629}" dt="2026-04-02T21:38:03.817" v="218" actId="20577"/>
          <ac:spMkLst>
            <pc:docMk/>
            <pc:sldMk cId="446114068" sldId="270"/>
            <ac:spMk id="2" creationId="{388EEC77-616F-3C07-0BA7-FF22A46661FA}"/>
          </ac:spMkLst>
        </pc:spChg>
        <pc:spChg chg="mod">
          <ac:chgData name="Aditya Aggarwal" userId="aa0dd7aca5ba01c4" providerId="LiveId" clId="{9632C8BB-0281-4FA5-9026-04B72B391629}" dt="2026-04-02T21:39:40.609" v="247" actId="12"/>
          <ac:spMkLst>
            <pc:docMk/>
            <pc:sldMk cId="446114068" sldId="270"/>
            <ac:spMk id="3" creationId="{B3A31F34-DA59-CC13-F78C-6CE26D5854F9}"/>
          </ac:spMkLst>
        </pc:spChg>
      </pc:sldChg>
      <pc:sldChg chg="delSp modSp new del mod">
        <pc:chgData name="Aditya Aggarwal" userId="aa0dd7aca5ba01c4" providerId="LiveId" clId="{9632C8BB-0281-4FA5-9026-04B72B391629}" dt="2026-04-12T11:36:32.977" v="992" actId="2696"/>
        <pc:sldMkLst>
          <pc:docMk/>
          <pc:sldMk cId="133850572" sldId="271"/>
        </pc:sldMkLst>
      </pc:sldChg>
      <pc:sldChg chg="modSp new mod">
        <pc:chgData name="Aditya Aggarwal" userId="aa0dd7aca5ba01c4" providerId="LiveId" clId="{9632C8BB-0281-4FA5-9026-04B72B391629}" dt="2026-04-02T21:47:36.502" v="504" actId="20577"/>
        <pc:sldMkLst>
          <pc:docMk/>
          <pc:sldMk cId="2938901581" sldId="272"/>
        </pc:sldMkLst>
        <pc:spChg chg="mod">
          <ac:chgData name="Aditya Aggarwal" userId="aa0dd7aca5ba01c4" providerId="LiveId" clId="{9632C8BB-0281-4FA5-9026-04B72B391629}" dt="2026-04-02T21:44:29.076" v="307" actId="20577"/>
          <ac:spMkLst>
            <pc:docMk/>
            <pc:sldMk cId="2938901581" sldId="272"/>
            <ac:spMk id="2" creationId="{759777AE-8876-99EA-EC84-0A3F466F8C3F}"/>
          </ac:spMkLst>
        </pc:spChg>
        <pc:spChg chg="mod">
          <ac:chgData name="Aditya Aggarwal" userId="aa0dd7aca5ba01c4" providerId="LiveId" clId="{9632C8BB-0281-4FA5-9026-04B72B391629}" dt="2026-04-02T21:47:36.502" v="504" actId="20577"/>
          <ac:spMkLst>
            <pc:docMk/>
            <pc:sldMk cId="2938901581" sldId="272"/>
            <ac:spMk id="3" creationId="{A718E081-DED3-3282-CFFE-8E56F0303596}"/>
          </ac:spMkLst>
        </pc:spChg>
      </pc:sldChg>
      <pc:sldChg chg="modSp new mod">
        <pc:chgData name="Aditya Aggarwal" userId="aa0dd7aca5ba01c4" providerId="LiveId" clId="{9632C8BB-0281-4FA5-9026-04B72B391629}" dt="2026-04-02T21:50:52.067" v="652" actId="20577"/>
        <pc:sldMkLst>
          <pc:docMk/>
          <pc:sldMk cId="3028061062" sldId="273"/>
        </pc:sldMkLst>
        <pc:spChg chg="mod">
          <ac:chgData name="Aditya Aggarwal" userId="aa0dd7aca5ba01c4" providerId="LiveId" clId="{9632C8BB-0281-4FA5-9026-04B72B391629}" dt="2026-04-02T21:49:02.057" v="537" actId="20577"/>
          <ac:spMkLst>
            <pc:docMk/>
            <pc:sldMk cId="3028061062" sldId="273"/>
            <ac:spMk id="2" creationId="{DF38EBF4-D2BA-B56E-F49E-2CB0C8BF51BC}"/>
          </ac:spMkLst>
        </pc:spChg>
        <pc:spChg chg="mod">
          <ac:chgData name="Aditya Aggarwal" userId="aa0dd7aca5ba01c4" providerId="LiveId" clId="{9632C8BB-0281-4FA5-9026-04B72B391629}" dt="2026-04-02T21:50:52.067" v="652" actId="20577"/>
          <ac:spMkLst>
            <pc:docMk/>
            <pc:sldMk cId="3028061062" sldId="273"/>
            <ac:spMk id="3" creationId="{121E4656-6590-776F-D9E8-7913D56767F4}"/>
          </ac:spMkLst>
        </pc:spChg>
      </pc:sldChg>
      <pc:sldChg chg="modSp new mod">
        <pc:chgData name="Aditya Aggarwal" userId="aa0dd7aca5ba01c4" providerId="LiveId" clId="{9632C8BB-0281-4FA5-9026-04B72B391629}" dt="2026-04-02T21:53:20.598" v="671" actId="20577"/>
        <pc:sldMkLst>
          <pc:docMk/>
          <pc:sldMk cId="3105314247" sldId="274"/>
        </pc:sldMkLst>
        <pc:spChg chg="mod">
          <ac:chgData name="Aditya Aggarwal" userId="aa0dd7aca5ba01c4" providerId="LiveId" clId="{9632C8BB-0281-4FA5-9026-04B72B391629}" dt="2026-04-02T21:52:15.847" v="663" actId="20577"/>
          <ac:spMkLst>
            <pc:docMk/>
            <pc:sldMk cId="3105314247" sldId="274"/>
            <ac:spMk id="2" creationId="{8682CCC7-1198-7EDB-62E7-EFB450014BBF}"/>
          </ac:spMkLst>
        </pc:spChg>
        <pc:spChg chg="mod">
          <ac:chgData name="Aditya Aggarwal" userId="aa0dd7aca5ba01c4" providerId="LiveId" clId="{9632C8BB-0281-4FA5-9026-04B72B391629}" dt="2026-04-02T21:53:20.598" v="671" actId="20577"/>
          <ac:spMkLst>
            <pc:docMk/>
            <pc:sldMk cId="3105314247" sldId="274"/>
            <ac:spMk id="3" creationId="{7FA44F70-E718-FCE4-EA6C-24F9A9623485}"/>
          </ac:spMkLst>
        </pc:spChg>
      </pc:sldChg>
      <pc:sldChg chg="modSp new mod">
        <pc:chgData name="Aditya Aggarwal" userId="aa0dd7aca5ba01c4" providerId="LiveId" clId="{9632C8BB-0281-4FA5-9026-04B72B391629}" dt="2026-04-02T22:01:44.144" v="951" actId="12"/>
        <pc:sldMkLst>
          <pc:docMk/>
          <pc:sldMk cId="1302578279" sldId="275"/>
        </pc:sldMkLst>
        <pc:spChg chg="mod">
          <ac:chgData name="Aditya Aggarwal" userId="aa0dd7aca5ba01c4" providerId="LiveId" clId="{9632C8BB-0281-4FA5-9026-04B72B391629}" dt="2026-04-02T21:55:04.928" v="685" actId="20577"/>
          <ac:spMkLst>
            <pc:docMk/>
            <pc:sldMk cId="1302578279" sldId="275"/>
            <ac:spMk id="2" creationId="{FE03029F-2D97-FC71-254E-B7EEC6CDD72A}"/>
          </ac:spMkLst>
        </pc:spChg>
        <pc:spChg chg="mod">
          <ac:chgData name="Aditya Aggarwal" userId="aa0dd7aca5ba01c4" providerId="LiveId" clId="{9632C8BB-0281-4FA5-9026-04B72B391629}" dt="2026-04-02T22:01:44.144" v="951" actId="12"/>
          <ac:spMkLst>
            <pc:docMk/>
            <pc:sldMk cId="1302578279" sldId="275"/>
            <ac:spMk id="3" creationId="{F248D0BB-5AA2-CE8F-A58A-538BE8C09A71}"/>
          </ac:spMkLst>
        </pc:spChg>
      </pc:sldChg>
      <pc:sldChg chg="delSp modSp new mod">
        <pc:chgData name="Aditya Aggarwal" userId="aa0dd7aca5ba01c4" providerId="LiveId" clId="{9632C8BB-0281-4FA5-9026-04B72B391629}" dt="2026-04-02T22:03:32.982" v="985" actId="12"/>
        <pc:sldMkLst>
          <pc:docMk/>
          <pc:sldMk cId="3030240294" sldId="276"/>
        </pc:sldMkLst>
        <pc:spChg chg="mod">
          <ac:chgData name="Aditya Aggarwal" userId="aa0dd7aca5ba01c4" providerId="LiveId" clId="{9632C8BB-0281-4FA5-9026-04B72B391629}" dt="2026-04-02T22:03:32.982" v="985" actId="12"/>
          <ac:spMkLst>
            <pc:docMk/>
            <pc:sldMk cId="3030240294" sldId="276"/>
            <ac:spMk id="3" creationId="{6341E31E-CD9A-8005-124D-90B22FF6A64C}"/>
          </ac:spMkLst>
        </pc:spChg>
      </pc:sldChg>
      <pc:sldChg chg="modSp new mod ord">
        <pc:chgData name="Aditya Aggarwal" userId="aa0dd7aca5ba01c4" providerId="LiveId" clId="{9632C8BB-0281-4FA5-9026-04B72B391629}" dt="2026-04-12T11:49:42.829" v="1084" actId="20577"/>
        <pc:sldMkLst>
          <pc:docMk/>
          <pc:sldMk cId="1217005823" sldId="277"/>
        </pc:sldMkLst>
        <pc:spChg chg="mod">
          <ac:chgData name="Aditya Aggarwal" userId="aa0dd7aca5ba01c4" providerId="LiveId" clId="{9632C8BB-0281-4FA5-9026-04B72B391629}" dt="2026-04-12T11:49:42.829" v="1084" actId="20577"/>
          <ac:spMkLst>
            <pc:docMk/>
            <pc:sldMk cId="1217005823" sldId="277"/>
            <ac:spMk id="2" creationId="{C6908061-0626-4DD7-36FF-2B9EB8BDB075}"/>
          </ac:spMkLst>
        </pc:spChg>
        <pc:spChg chg="mod">
          <ac:chgData name="Aditya Aggarwal" userId="aa0dd7aca5ba01c4" providerId="LiveId" clId="{9632C8BB-0281-4FA5-9026-04B72B391629}" dt="2026-04-12T11:48:52.695" v="1074"/>
          <ac:spMkLst>
            <pc:docMk/>
            <pc:sldMk cId="1217005823" sldId="277"/>
            <ac:spMk id="3" creationId="{0A1F966B-874A-ECFE-58C2-88337AA7809A}"/>
          </ac:spMkLst>
        </pc:spChg>
      </pc:sldChg>
      <pc:sldChg chg="delSp modSp new del mod">
        <pc:chgData name="Aditya Aggarwal" userId="aa0dd7aca5ba01c4" providerId="LiveId" clId="{9632C8BB-0281-4FA5-9026-04B72B391629}" dt="2026-04-12T11:36:43.570" v="993" actId="2696"/>
        <pc:sldMkLst>
          <pc:docMk/>
          <pc:sldMk cId="1549933250" sldId="277"/>
        </pc:sldMkLst>
        <pc:spChg chg="del mod">
          <ac:chgData name="Aditya Aggarwal" userId="aa0dd7aca5ba01c4" providerId="LiveId" clId="{9632C8BB-0281-4FA5-9026-04B72B391629}" dt="2026-04-12T11:35:34.048" v="989" actId="21"/>
          <ac:spMkLst>
            <pc:docMk/>
            <pc:sldMk cId="1549933250" sldId="277"/>
            <ac:spMk id="2" creationId="{F673E9A7-518B-5682-D4C3-27D46ACB4ABB}"/>
          </ac:spMkLst>
        </pc:spChg>
        <pc:spChg chg="mod">
          <ac:chgData name="Aditya Aggarwal" userId="aa0dd7aca5ba01c4" providerId="LiveId" clId="{9632C8BB-0281-4FA5-9026-04B72B391629}" dt="2026-04-12T11:35:40.237" v="991" actId="14100"/>
          <ac:spMkLst>
            <pc:docMk/>
            <pc:sldMk cId="1549933250" sldId="277"/>
            <ac:spMk id="3" creationId="{63E8C38D-5933-2735-9AAB-49D94D06AAE6}"/>
          </ac:spMkLst>
        </pc:spChg>
      </pc:sldChg>
      <pc:sldChg chg="delSp modSp new mod ord">
        <pc:chgData name="Aditya Aggarwal" userId="aa0dd7aca5ba01c4" providerId="LiveId" clId="{9632C8BB-0281-4FA5-9026-04B72B391629}" dt="2026-04-12T11:48:07.183" v="1072" actId="27636"/>
        <pc:sldMkLst>
          <pc:docMk/>
          <pc:sldMk cId="671563400" sldId="278"/>
        </pc:sldMkLst>
        <pc:spChg chg="del mod">
          <ac:chgData name="Aditya Aggarwal" userId="aa0dd7aca5ba01c4" providerId="LiveId" clId="{9632C8BB-0281-4FA5-9026-04B72B391629}" dt="2026-04-12T11:39:23.657" v="1046" actId="21"/>
          <ac:spMkLst>
            <pc:docMk/>
            <pc:sldMk cId="671563400" sldId="278"/>
            <ac:spMk id="2" creationId="{110A1BC8-D0EB-2468-F7C0-32BD09F04480}"/>
          </ac:spMkLst>
        </pc:spChg>
        <pc:spChg chg="mod">
          <ac:chgData name="Aditya Aggarwal" userId="aa0dd7aca5ba01c4" providerId="LiveId" clId="{9632C8BB-0281-4FA5-9026-04B72B391629}" dt="2026-04-12T11:48:07.183" v="1072" actId="27636"/>
          <ac:spMkLst>
            <pc:docMk/>
            <pc:sldMk cId="671563400" sldId="278"/>
            <ac:spMk id="3" creationId="{FC9B6893-B37E-E32C-565D-C38BF301016A}"/>
          </ac:spMkLst>
        </pc:spChg>
      </pc:sldChg>
      <pc:sldChg chg="addSp modSp new del mod">
        <pc:chgData name="Aditya Aggarwal" userId="aa0dd7aca5ba01c4" providerId="LiveId" clId="{9632C8BB-0281-4FA5-9026-04B72B391629}" dt="2026-04-12T11:39:11.450" v="1041" actId="2696"/>
        <pc:sldMkLst>
          <pc:docMk/>
          <pc:sldMk cId="1671176842" sldId="278"/>
        </pc:sldMkLst>
        <pc:spChg chg="add mod">
          <ac:chgData name="Aditya Aggarwal" userId="aa0dd7aca5ba01c4" providerId="LiveId" clId="{9632C8BB-0281-4FA5-9026-04B72B391629}" dt="2026-04-12T11:38:52.785" v="1040" actId="14100"/>
          <ac:spMkLst>
            <pc:docMk/>
            <pc:sldMk cId="1671176842" sldId="278"/>
            <ac:spMk id="3" creationId="{B320C974-B8B9-9796-7857-828EBFA0162D}"/>
          </ac:spMkLst>
        </pc:spChg>
      </pc:sldChg>
      <pc:sldChg chg="addSp delSp modSp new mod ord setBg">
        <pc:chgData name="Aditya Aggarwal" userId="aa0dd7aca5ba01c4" providerId="LiveId" clId="{9632C8BB-0281-4FA5-9026-04B72B391629}" dt="2026-04-12T11:56:08.698" v="1106"/>
        <pc:sldMkLst>
          <pc:docMk/>
          <pc:sldMk cId="879643993" sldId="279"/>
        </pc:sldMkLst>
        <pc:spChg chg="del mod">
          <ac:chgData name="Aditya Aggarwal" userId="aa0dd7aca5ba01c4" providerId="LiveId" clId="{9632C8BB-0281-4FA5-9026-04B72B391629}" dt="2026-04-12T11:51:54.166" v="1094" actId="21"/>
          <ac:spMkLst>
            <pc:docMk/>
            <pc:sldMk cId="879643993" sldId="279"/>
            <ac:spMk id="2" creationId="{B6A406C4-D522-AAF6-64B6-B90C67838E83}"/>
          </ac:spMkLst>
        </pc:spChg>
        <pc:spChg chg="add del mod">
          <ac:chgData name="Aditya Aggarwal" userId="aa0dd7aca5ba01c4" providerId="LiveId" clId="{9632C8BB-0281-4FA5-9026-04B72B391629}" dt="2026-04-12T11:52:59.384" v="1100"/>
          <ac:spMkLst>
            <pc:docMk/>
            <pc:sldMk cId="879643993" sldId="279"/>
            <ac:spMk id="3" creationId="{C0F6DEFB-08E2-E2F7-C8AC-50BC48B7C457}"/>
          </ac:spMkLst>
        </pc:spChg>
        <pc:graphicFrameChg chg="add mod">
          <ac:chgData name="Aditya Aggarwal" userId="aa0dd7aca5ba01c4" providerId="LiveId" clId="{9632C8BB-0281-4FA5-9026-04B72B391629}" dt="2026-04-12T11:52:52.619" v="1099"/>
          <ac:graphicFrameMkLst>
            <pc:docMk/>
            <pc:sldMk cId="879643993" sldId="279"/>
            <ac:graphicFrameMk id="4" creationId="{899146A1-926F-6319-CBA5-E643F64F119F}"/>
          </ac:graphicFrameMkLst>
        </pc:graphicFrameChg>
        <pc:graphicFrameChg chg="add mod modGraphic">
          <ac:chgData name="Aditya Aggarwal" userId="aa0dd7aca5ba01c4" providerId="LiveId" clId="{9632C8BB-0281-4FA5-9026-04B72B391629}" dt="2026-04-12T11:53:21.413" v="1104" actId="14100"/>
          <ac:graphicFrameMkLst>
            <pc:docMk/>
            <pc:sldMk cId="879643993" sldId="279"/>
            <ac:graphicFrameMk id="5" creationId="{93CC2E6F-8063-7D91-F5E6-0008D12E4BF4}"/>
          </ac:graphicFrameMkLst>
        </pc:graphicFrameChg>
      </pc:sldChg>
      <pc:sldChg chg="new del">
        <pc:chgData name="Aditya Aggarwal" userId="aa0dd7aca5ba01c4" providerId="LiveId" clId="{9632C8BB-0281-4FA5-9026-04B72B391629}" dt="2026-04-12T11:51:43.400" v="1089" actId="2696"/>
        <pc:sldMkLst>
          <pc:docMk/>
          <pc:sldMk cId="1185079026" sldId="279"/>
        </pc:sldMkLst>
      </pc:sldChg>
      <pc:sldChg chg="addSp delSp modSp new del mod setBg">
        <pc:chgData name="Aditya Aggarwal" userId="aa0dd7aca5ba01c4" providerId="LiveId" clId="{9632C8BB-0281-4FA5-9026-04B72B391629}" dt="2026-04-12T11:51:17.293" v="1087" actId="2696"/>
        <pc:sldMkLst>
          <pc:docMk/>
          <pc:sldMk cId="1235122029" sldId="279"/>
        </pc:sldMkLst>
        <pc:spChg chg="del mod">
          <ac:chgData name="Aditya Aggarwal" userId="aa0dd7aca5ba01c4" providerId="LiveId" clId="{9632C8BB-0281-4FA5-9026-04B72B391629}" dt="2026-04-12T11:42:31.422" v="1063" actId="21"/>
          <ac:spMkLst>
            <pc:docMk/>
            <pc:sldMk cId="1235122029" sldId="279"/>
            <ac:spMk id="2" creationId="{48A1DDCE-53B5-889A-7490-4E2EC817E741}"/>
          </ac:spMkLst>
        </pc:spChg>
        <pc:spChg chg="del mod">
          <ac:chgData name="Aditya Aggarwal" userId="aa0dd7aca5ba01c4" providerId="LiveId" clId="{9632C8BB-0281-4FA5-9026-04B72B391629}" dt="2026-04-12T11:42:43.287" v="1065"/>
          <ac:spMkLst>
            <pc:docMk/>
            <pc:sldMk cId="1235122029" sldId="279"/>
            <ac:spMk id="3" creationId="{DB464704-5D69-F0B0-D11A-7230C968B9DA}"/>
          </ac:spMkLst>
        </pc:spChg>
        <pc:spChg chg="add">
          <ac:chgData name="Aditya Aggarwal" userId="aa0dd7aca5ba01c4" providerId="LiveId" clId="{9632C8BB-0281-4FA5-9026-04B72B391629}" dt="2026-04-12T11:42:53.617" v="1069" actId="26606"/>
          <ac:spMkLst>
            <pc:docMk/>
            <pc:sldMk cId="1235122029" sldId="279"/>
            <ac:spMk id="21" creationId="{39178BE9-53D8-441A-8691-0ED3B464BCD4}"/>
          </ac:spMkLst>
        </pc:spChg>
        <pc:grpChg chg="add">
          <ac:chgData name="Aditya Aggarwal" userId="aa0dd7aca5ba01c4" providerId="LiveId" clId="{9632C8BB-0281-4FA5-9026-04B72B391629}" dt="2026-04-12T11:42:53.617" v="1069" actId="26606"/>
          <ac:grpSpMkLst>
            <pc:docMk/>
            <pc:sldMk cId="1235122029" sldId="279"/>
            <ac:grpSpMk id="9" creationId="{5F054EF5-EFE6-45A2-834C-0F0931F39F1E}"/>
          </ac:grpSpMkLst>
        </pc:grpChg>
        <pc:graphicFrameChg chg="add mod modGraphic">
          <ac:chgData name="Aditya Aggarwal" userId="aa0dd7aca5ba01c4" providerId="LiveId" clId="{9632C8BB-0281-4FA5-9026-04B72B391629}" dt="2026-04-12T11:51:11.224" v="1086" actId="21"/>
          <ac:graphicFrameMkLst>
            <pc:docMk/>
            <pc:sldMk cId="1235122029" sldId="279"/>
            <ac:graphicFrameMk id="4" creationId="{F8613106-D45B-E4DB-ED86-907A289CD9D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C9454D-3DEC-4EFD-AD3F-44E3F47255F7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AC8D52-7C8D-4B73-8D68-2D383971AE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7147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C8D52-7C8D-4B73-8D68-2D383971AEF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9062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17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024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667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4/12/2026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51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4/12/2026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563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4/12/2026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478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4/12/2026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879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A474-078D-4E9B-9B14-09A87B19DC46}" type="datetime1">
              <a:rPr lang="en-US" smtClean="0"/>
              <a:t>4/12/2026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220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7D986-8816-4272-A432-0437A28A9828}" type="datetime1">
              <a:rPr lang="en-US" smtClean="0"/>
              <a:t>4/12/2026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76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11321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4747847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28479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5125511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68187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6282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4402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D6E202-B606-4609-B914-27C9371A1F6D}" type="datetime1">
              <a:rPr lang="en-US" smtClean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5980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2" r:id="rId15"/>
    <p:sldLayoutId id="2147483773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6C710-7AA7-E309-32DF-ED14EA164B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29" y="639097"/>
            <a:ext cx="6253317" cy="3686015"/>
          </a:xfrm>
        </p:spPr>
        <p:txBody>
          <a:bodyPr>
            <a:normAutofit/>
          </a:bodyPr>
          <a:lstStyle/>
          <a:p>
            <a:r>
              <a:rPr lang="en-IN" sz="5000"/>
              <a:t>DISASTER MANAGEMNT AND RESOURCE ALLOCATION SYSTEM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929864-2937-DEC8-5AB9-602A1D32E6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899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By Aditya Aggarwal</a:t>
            </a:r>
          </a:p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Reg no. - 2427030522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44D23A-9F4B-D827-E3A1-716A20EC50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167" r="37997" b="1"/>
          <a:stretch>
            <a:fillRect/>
          </a:stretch>
        </p:blipFill>
        <p:spPr>
          <a:xfrm>
            <a:off x="7556686" y="1"/>
            <a:ext cx="463531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507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FB059-5E7C-0BF6-FDF5-8CF122111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7E7B3-6F4D-0F19-997F-1AA86E626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 </a:t>
            </a:r>
            <a:r>
              <a:rPr lang="en-US" sz="2800" b="1" dirty="0"/>
              <a:t>Disaster Management and Resource Allocation System</a:t>
            </a:r>
            <a:r>
              <a:rPr lang="en-US" sz="2800" dirty="0"/>
              <a:t> is designed to efficiently handle and coordinate activities before, during, and after a disaster to minimize its impact on people, property, and the environment. It integrates technology, communication, and resource management to ensure timely response and recovery.</a:t>
            </a:r>
            <a:endParaRPr lang="en-IN" sz="2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5163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B634B-64A3-0249-7FE2-003BF7C90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CURRENT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C93A3-9FA5-624D-6652-7D854A264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0"/>
            <a:ext cx="10058400" cy="4204109"/>
          </a:xfrm>
        </p:spPr>
        <p:txBody>
          <a:bodyPr>
            <a:normAutofit/>
          </a:bodyPr>
          <a:lstStyle/>
          <a:p>
            <a:r>
              <a:rPr lang="en-IN" sz="2000" b="1" dirty="0"/>
              <a:t>1) USHAHIDI – Crowdsourced reporting platform</a:t>
            </a:r>
          </a:p>
          <a:p>
            <a:r>
              <a:rPr lang="en-IN" dirty="0"/>
              <a:t>Pros</a:t>
            </a:r>
          </a:p>
          <a:p>
            <a:pPr lvl="0"/>
            <a:r>
              <a:rPr lang="en-IN" dirty="0"/>
              <a:t>Enables rapid, low-cost collection of eyewitness reports (SMS, web, social), improving situational awareness in early hours.</a:t>
            </a:r>
          </a:p>
          <a:p>
            <a:pPr lvl="0"/>
            <a:r>
              <a:rPr lang="en-IN" dirty="0"/>
              <a:t>Easy to deploy and widely adopted (many countries / events), good for community engagement. </a:t>
            </a:r>
          </a:p>
          <a:p>
            <a:r>
              <a:rPr lang="en-IN" dirty="0"/>
              <a:t>Cons</a:t>
            </a:r>
          </a:p>
          <a:p>
            <a:pPr lvl="0"/>
            <a:r>
              <a:rPr lang="en-IN" dirty="0"/>
              <a:t>Data quality and veracity issues (rumours, duplicate or malicious reports) require heavy moderation or verification. </a:t>
            </a:r>
          </a:p>
          <a:p>
            <a:pPr lvl="0"/>
            <a:r>
              <a:rPr lang="en-IN" dirty="0"/>
              <a:t>Limited built-in geospatial/asset-management capabilities compared with full-fledged DM suites (needs integrations).</a:t>
            </a:r>
          </a:p>
          <a:p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938267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C5AE5A-586D-25D2-FB6D-355A3F011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826"/>
            <a:ext cx="12192000" cy="6789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668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25842-43A5-1EA1-E456-140A50871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491613"/>
            <a:ext cx="10058400" cy="6056671"/>
          </a:xfrm>
        </p:spPr>
        <p:txBody>
          <a:bodyPr>
            <a:noAutofit/>
          </a:bodyPr>
          <a:lstStyle/>
          <a:p>
            <a:r>
              <a:rPr lang="en-IN" sz="2400" b="1" dirty="0"/>
              <a:t>2) Sahana Eden — open-source disaster management system (coordination / asset/personnel tracking)</a:t>
            </a:r>
            <a:endParaRPr lang="en-IN" sz="2400" dirty="0"/>
          </a:p>
          <a:p>
            <a:r>
              <a:rPr lang="en-IN" sz="2400" dirty="0"/>
              <a:t>Pros</a:t>
            </a:r>
          </a:p>
          <a:p>
            <a:pPr lvl="0"/>
            <a:r>
              <a:rPr lang="en-IN" sz="2400" dirty="0"/>
              <a:t>Feature-rich for coordination: shelters, hospitals, volunteers, inventories and geospatial layers — built specifically for DM workflows. </a:t>
            </a:r>
          </a:p>
          <a:p>
            <a:pPr lvl="0"/>
            <a:r>
              <a:rPr lang="en-IN" sz="2400" dirty="0"/>
              <a:t>Open-source and extensible; strong track record in humanitarian deployments. </a:t>
            </a:r>
          </a:p>
          <a:p>
            <a:r>
              <a:rPr lang="en-IN" sz="2400" dirty="0"/>
              <a:t>Cons</a:t>
            </a:r>
          </a:p>
          <a:p>
            <a:pPr lvl="0"/>
            <a:r>
              <a:rPr lang="en-IN" sz="2400" dirty="0"/>
              <a:t>More complex to install/customize than lightweight tools; requires technical capacity for full value. </a:t>
            </a:r>
          </a:p>
          <a:p>
            <a:r>
              <a:rPr lang="en-IN" sz="2400" dirty="0"/>
              <a:t>Usability and mobile UX can lag modern commercial SaaS unless customized. </a:t>
            </a:r>
          </a:p>
        </p:txBody>
      </p:sp>
    </p:spTree>
    <p:extLst>
      <p:ext uri="{BB962C8B-B14F-4D97-AF65-F5344CB8AC3E}">
        <p14:creationId xmlns:p14="http://schemas.microsoft.com/office/powerpoint/2010/main" val="1574922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3E8462A-FEBA-4848-81CC-3F8DA3E47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109F83F-40FE-4DB3-84CC-09FB3340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E492D7-C3C3-48FF-80C8-37021EA02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0B30FF97-2E9A-490A-AED2-90BA2E0EC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B6D53C7D-A312-47B6-A66A-230A19CF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9329D58C-0D2E-4A2B-AD6A-9CEE50678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9D446EDE-C690-4461-8BF2-7634808FC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323F3D34-6531-4AD7-A8C6-195A09028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B9B0AE3F-2350-435F-A9B0-C310BF876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4EFA655C-9E50-4C14-A89E-AD7B648E4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3E843863-7D25-4C01-9A17-E817CB6D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7941F9B1-B01B-4A84-89D9-B169AEB4E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DF7874-9FD4-82BF-019E-3D64E162B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391" y="1131994"/>
            <a:ext cx="9135094" cy="4590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698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97013-7852-C651-CC51-AF0454C55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491613"/>
            <a:ext cx="9194253" cy="5889522"/>
          </a:xfrm>
        </p:spPr>
        <p:txBody>
          <a:bodyPr>
            <a:normAutofit/>
          </a:bodyPr>
          <a:lstStyle/>
          <a:p>
            <a:r>
              <a:rPr lang="en-IN" sz="2400" b="1" dirty="0"/>
              <a:t>3) GDACS (Global Disaster Alert &amp; Coordination System) — alert aggregation and coordination</a:t>
            </a:r>
            <a:endParaRPr lang="en-IN" sz="2400" dirty="0"/>
          </a:p>
          <a:p>
            <a:r>
              <a:rPr lang="en-IN" sz="2400" dirty="0"/>
              <a:t>Pros</a:t>
            </a:r>
          </a:p>
          <a:p>
            <a:pPr lvl="0"/>
            <a:r>
              <a:rPr lang="en-IN" sz="2400" dirty="0"/>
              <a:t>Centralized rapid alerts and event severity estimates for earthquakes, cyclones, tsunamis — integrates satellite/sensor feeds for situational awareness. </a:t>
            </a:r>
          </a:p>
          <a:p>
            <a:pPr lvl="0"/>
            <a:r>
              <a:rPr lang="en-IN" sz="2400" dirty="0"/>
              <a:t>Backed by UN/EU partnerships — trusted for international coordination. </a:t>
            </a:r>
          </a:p>
          <a:p>
            <a:r>
              <a:rPr lang="en-IN" sz="2400" dirty="0"/>
              <a:t>Cons</a:t>
            </a:r>
          </a:p>
          <a:p>
            <a:pPr lvl="0"/>
            <a:r>
              <a:rPr lang="en-IN" sz="2400" dirty="0"/>
              <a:t>Global-level alerts are coarse — local decision-makers still need localized, high-resolution data. </a:t>
            </a:r>
          </a:p>
          <a:p>
            <a:pPr lvl="0"/>
            <a:r>
              <a:rPr lang="en-IN" sz="2400" dirty="0"/>
              <a:t>Not a full resource-allocation system (requires downstream integration with logistics/operations platforms).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4753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21029ED5-F105-4DD2-99C8-1E4422817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D621E68-BF28-4A1C-B1A2-4E55E139E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E8BBE4D-F0DF-49B9-B75A-99DAC53ACA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E0F07DDC-34A6-46A1-9DE9-2BBE2931A5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CEB2BF9-B8DB-45B9-86EA-D197B5B1A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08B5BB34-3801-4E70-A981-FE007635E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8432A75-2CEB-463C-A8F2-ABB50A79F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7E850B8-C050-4597-8BEB-113FEC9A27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4ACC798-9CEC-4B6F-A8DD-F8E6FCCCF1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1D58A8C6-1294-4CD9-89BC-F1E981A52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32F2ED6-6143-46C4-A641-72D42732B6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5C9652B3-A450-4ED6-8FBF-F536BA60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23075A-BABE-F87C-2E65-1C22DB941E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198" r="1" b="1"/>
          <a:stretch>
            <a:fillRect/>
          </a:stretch>
        </p:blipFill>
        <p:spPr>
          <a:xfrm>
            <a:off x="568452" y="571499"/>
            <a:ext cx="11086002" cy="5730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772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DB56A-3737-F7E9-A05B-A45DFF76B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24232"/>
          </a:xfrm>
        </p:spPr>
        <p:txBody>
          <a:bodyPr>
            <a:normAutofit/>
          </a:bodyPr>
          <a:lstStyle/>
          <a:p>
            <a:pPr algn="ctr"/>
            <a:r>
              <a:rPr lang="en-IN" sz="4800" b="1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3B914-D85C-BBF3-6011-81991C9F4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0310"/>
            <a:ext cx="8596668" cy="4301052"/>
          </a:xfrm>
        </p:spPr>
        <p:txBody>
          <a:bodyPr>
            <a:normAutofit/>
          </a:bodyPr>
          <a:lstStyle/>
          <a:p>
            <a:r>
              <a:rPr lang="en-IN" sz="2400" dirty="0"/>
              <a:t>My Solution is the Disaster Response and Resource Optimization System (DRROS). </a:t>
            </a:r>
          </a:p>
          <a:p>
            <a:r>
              <a:rPr lang="en-IN" sz="2400" dirty="0"/>
              <a:t>The development of the Disaster Response and Resource Optimization System (DRROS) follows a systematic methodology that combines requirement analysis, data integration, intelligent modelling, system design, and validation to ensure an effective and robust solution. The methodology consists of the following steps: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444526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B6ECA-9456-AEE8-0564-AA7FEB99F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373626"/>
            <a:ext cx="9036937" cy="6086167"/>
          </a:xfrm>
        </p:spPr>
        <p:txBody>
          <a:bodyPr/>
          <a:lstStyle/>
          <a:p>
            <a:r>
              <a:rPr lang="en-IN" sz="2400" b="1" dirty="0"/>
              <a:t>1. Requirement Analysis and Problem Understanding</a:t>
            </a:r>
            <a:endParaRPr lang="en-IN" sz="2400" dirty="0"/>
          </a:p>
          <a:p>
            <a:r>
              <a:rPr lang="en-IN" sz="2400" b="1" dirty="0"/>
              <a:t>2. Data Collection and Source Integration Planning</a:t>
            </a:r>
            <a:endParaRPr lang="en-IN" sz="2400" dirty="0"/>
          </a:p>
          <a:p>
            <a:r>
              <a:rPr lang="en-IN" sz="2400" b="1" dirty="0"/>
              <a:t>3. System Architecture Design</a:t>
            </a:r>
            <a:endParaRPr lang="en-IN" sz="2400" dirty="0"/>
          </a:p>
          <a:p>
            <a:r>
              <a:rPr lang="en-IN" sz="2400" b="1" dirty="0"/>
              <a:t>4. Development of Event Detection and Prediction Models</a:t>
            </a:r>
            <a:endParaRPr lang="en-IN" sz="2400" dirty="0"/>
          </a:p>
          <a:p>
            <a:r>
              <a:rPr lang="en-IN" sz="2400" b="1" dirty="0"/>
              <a:t>5. Design and Implementation of Resource Optimization Algorithms</a:t>
            </a:r>
            <a:endParaRPr lang="en-IN" sz="2400" dirty="0"/>
          </a:p>
          <a:p>
            <a:r>
              <a:rPr lang="en-IN" sz="2400" b="1" dirty="0"/>
              <a:t>6. User Interface and Communication Module Development</a:t>
            </a:r>
            <a:endParaRPr lang="en-IN" sz="2400" dirty="0"/>
          </a:p>
          <a:p>
            <a:r>
              <a:rPr lang="en-IN" sz="2400" b="1" dirty="0"/>
              <a:t>7. System Integration and Interoperability Testing</a:t>
            </a:r>
            <a:endParaRPr lang="en-IN" sz="2400" dirty="0"/>
          </a:p>
          <a:p>
            <a:r>
              <a:rPr lang="en-IN" sz="2400" b="1" dirty="0"/>
              <a:t>8. Performance Evaluation and Validation</a:t>
            </a:r>
            <a:endParaRPr lang="en-IN" sz="2400" dirty="0"/>
          </a:p>
          <a:p>
            <a:r>
              <a:rPr lang="en-IN" sz="2400" b="1" dirty="0"/>
              <a:t>9. Deployment and Training</a:t>
            </a:r>
            <a:endParaRPr lang="en-IN" sz="2400" dirty="0"/>
          </a:p>
          <a:p>
            <a:r>
              <a:rPr lang="en-IN" sz="2400" b="1" dirty="0"/>
              <a:t>10. Continuous Monitoring, Updating, and Maintenance</a:t>
            </a:r>
            <a:endParaRPr lang="en-IN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709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7D5BF-FDC0-BDC2-9213-50907A9A7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45574"/>
          </a:xfrm>
        </p:spPr>
        <p:txBody>
          <a:bodyPr/>
          <a:lstStyle/>
          <a:p>
            <a:pPr algn="ctr"/>
            <a:r>
              <a:rPr lang="en-IN" b="1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6DEFA-41DE-2B43-C940-80B52DBF0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50143"/>
            <a:ext cx="8596668" cy="4291220"/>
          </a:xfrm>
        </p:spPr>
        <p:txBody>
          <a:bodyPr/>
          <a:lstStyle/>
          <a:p>
            <a:r>
              <a:rPr lang="en-IN" sz="2000" b="1" dirty="0"/>
              <a:t>Advantages of DRROS Over Ushahidi</a:t>
            </a:r>
          </a:p>
          <a:p>
            <a:r>
              <a:rPr lang="en-IN" sz="2000" dirty="0"/>
              <a:t>✔ Integrates </a:t>
            </a:r>
            <a:r>
              <a:rPr lang="en-IN" sz="2000" b="1" dirty="0"/>
              <a:t>multiple real-time data sources</a:t>
            </a:r>
            <a:r>
              <a:rPr lang="en-IN" sz="2000" dirty="0"/>
              <a:t> (IoT, satellite, sensors, government feeds)</a:t>
            </a:r>
          </a:p>
          <a:p>
            <a:r>
              <a:rPr lang="en-IN" sz="2000" dirty="0"/>
              <a:t>✔ Includes </a:t>
            </a:r>
            <a:r>
              <a:rPr lang="en-IN" sz="2000" b="1" dirty="0"/>
              <a:t>AI-based prediction models</a:t>
            </a:r>
            <a:endParaRPr lang="en-IN" sz="2000" dirty="0"/>
          </a:p>
          <a:p>
            <a:r>
              <a:rPr lang="en-IN" sz="2000" dirty="0"/>
              <a:t>✔ Implements </a:t>
            </a:r>
            <a:r>
              <a:rPr lang="en-IN" sz="2000" b="1" dirty="0"/>
              <a:t>optimization algorithms (MILP, RL, heuristics)</a:t>
            </a:r>
            <a:r>
              <a:rPr lang="en-IN" sz="2000" dirty="0"/>
              <a:t> for resource allocation</a:t>
            </a:r>
          </a:p>
          <a:p>
            <a:r>
              <a:rPr lang="en-IN" sz="2000" dirty="0"/>
              <a:t>✔ Provides a </a:t>
            </a:r>
            <a:r>
              <a:rPr lang="en-IN" sz="2000" b="1" dirty="0"/>
              <a:t>centralized coordination system</a:t>
            </a:r>
            <a:endParaRPr lang="en-IN" sz="2000" dirty="0"/>
          </a:p>
          <a:p>
            <a:r>
              <a:rPr lang="en-IN" sz="2000" dirty="0"/>
              <a:t>✔ Automated decision support instead of just report aggregation</a:t>
            </a:r>
          </a:p>
          <a:p>
            <a:r>
              <a:rPr lang="en-IN" sz="2000" dirty="0"/>
              <a:t>✔ End-to-end disaster lifecycle support (detection → allocation → monitoring → analysis)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1960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B8217-1F86-1ED8-6A1D-14744B5B9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324465"/>
            <a:ext cx="9145092" cy="6145161"/>
          </a:xfrm>
        </p:spPr>
        <p:txBody>
          <a:bodyPr/>
          <a:lstStyle/>
          <a:p>
            <a:r>
              <a:rPr lang="en-IN" sz="2400" b="1" dirty="0"/>
              <a:t>Advantages of DRROS Over Sahana Eden</a:t>
            </a:r>
          </a:p>
          <a:p>
            <a:r>
              <a:rPr lang="en-IN" sz="2400" dirty="0"/>
              <a:t>✔ Built-in </a:t>
            </a:r>
            <a:r>
              <a:rPr lang="en-IN" sz="2400" b="1" dirty="0"/>
              <a:t>AI/ML-based severity detection and forecasting</a:t>
            </a:r>
            <a:endParaRPr lang="en-IN" sz="2400" dirty="0"/>
          </a:p>
          <a:p>
            <a:r>
              <a:rPr lang="en-IN" sz="2400" dirty="0"/>
              <a:t>✔ Advanced </a:t>
            </a:r>
            <a:r>
              <a:rPr lang="en-IN" sz="2400" b="1" dirty="0"/>
              <a:t>resource optimization module</a:t>
            </a:r>
            <a:endParaRPr lang="en-IN" sz="2400" dirty="0"/>
          </a:p>
          <a:p>
            <a:r>
              <a:rPr lang="en-IN" sz="2400" dirty="0"/>
              <a:t>✔ Modular multi-layer architecture (Data → Processing → AI → Application → Communication)</a:t>
            </a:r>
          </a:p>
          <a:p>
            <a:r>
              <a:rPr lang="en-IN" sz="2400" dirty="0"/>
              <a:t>✔ Real-time dynamic allocation (not just tracking)</a:t>
            </a:r>
          </a:p>
          <a:p>
            <a:r>
              <a:rPr lang="en-IN" sz="2400" dirty="0"/>
              <a:t>✔ Automated alert dissemination (SMS, push, broadcast)</a:t>
            </a:r>
          </a:p>
          <a:p>
            <a:r>
              <a:rPr lang="en-IN" sz="2400" dirty="0"/>
              <a:t>✔ Designed for scalability (cloud/hybrid deployment)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7340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D050A-FC44-3606-3A9B-F3CD2B9E4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344129"/>
            <a:ext cx="9086098" cy="6174658"/>
          </a:xfrm>
        </p:spPr>
        <p:txBody>
          <a:bodyPr/>
          <a:lstStyle/>
          <a:p>
            <a:r>
              <a:rPr lang="en-IN" sz="2400" b="1" dirty="0"/>
              <a:t>Advantages of DRROS Over GDACS</a:t>
            </a:r>
          </a:p>
          <a:p>
            <a:r>
              <a:rPr lang="en-IN" sz="2400" dirty="0"/>
              <a:t>✔ Provides </a:t>
            </a:r>
            <a:r>
              <a:rPr lang="en-IN" sz="2400" b="1" dirty="0"/>
              <a:t>localized, high-resolution decision support</a:t>
            </a:r>
            <a:endParaRPr lang="en-IN" sz="2400" dirty="0"/>
          </a:p>
          <a:p>
            <a:r>
              <a:rPr lang="en-IN" sz="2400" dirty="0"/>
              <a:t>✔ Integrates ground-level data (IoT, field reports)</a:t>
            </a:r>
          </a:p>
          <a:p>
            <a:r>
              <a:rPr lang="en-IN" sz="2400" dirty="0"/>
              <a:t>✔ Performs </a:t>
            </a:r>
            <a:r>
              <a:rPr lang="en-IN" sz="2400" b="1" dirty="0"/>
              <a:t>real-time resource distribution planning</a:t>
            </a:r>
            <a:endParaRPr lang="en-IN" sz="2400" dirty="0"/>
          </a:p>
          <a:p>
            <a:r>
              <a:rPr lang="en-IN" sz="2400" dirty="0"/>
              <a:t>✔ Supports inter-agency coordination</a:t>
            </a:r>
          </a:p>
          <a:p>
            <a:r>
              <a:rPr lang="en-IN" sz="2400" dirty="0"/>
              <a:t>✔ Maintains operational logs for post-disaster analysis</a:t>
            </a:r>
          </a:p>
          <a:p>
            <a:r>
              <a:rPr lang="en-IN" sz="2400" dirty="0"/>
              <a:t>✔ Offers actionable deployment recommendations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135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DDB60-02BB-2128-6499-4650145B6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FUTURE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10A53-261F-E28E-6AEF-3C20E9FE9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IN" sz="2400" dirty="0"/>
              <a:t>PHASE 1: API + DATA INTEGRATION</a:t>
            </a:r>
          </a:p>
          <a:p>
            <a:pPr>
              <a:buFont typeface="+mj-lt"/>
              <a:buAutoNum type="arabicPeriod"/>
            </a:pPr>
            <a:r>
              <a:rPr lang="en-IN" sz="2400" dirty="0"/>
              <a:t>PHASE 2: PILOT COLLABORATIONS</a:t>
            </a:r>
          </a:p>
          <a:p>
            <a:pPr>
              <a:buFont typeface="+mj-lt"/>
              <a:buAutoNum type="arabicPeriod"/>
            </a:pPr>
            <a:r>
              <a:rPr lang="en-IN" sz="2400" dirty="0"/>
              <a:t>PHASE 3: APPLY VIA GOVERNMENT INNOVATION PROGRAMS</a:t>
            </a:r>
          </a:p>
          <a:p>
            <a:pPr>
              <a:buFont typeface="+mj-lt"/>
              <a:buAutoNum type="arabicPeriod"/>
            </a:pPr>
            <a:r>
              <a:rPr lang="en-IN" sz="2400" dirty="0"/>
              <a:t>PHASE 4: SECURITY + COMPLIANCE</a:t>
            </a:r>
          </a:p>
          <a:p>
            <a:pPr>
              <a:buFont typeface="+mj-lt"/>
              <a:buAutoNum type="arabicPeriod"/>
            </a:pPr>
            <a:r>
              <a:rPr lang="en-IN" sz="2400" dirty="0"/>
              <a:t>PHASE 5: PROVE REAL IMPACT </a:t>
            </a:r>
          </a:p>
        </p:txBody>
      </p:sp>
    </p:spTree>
    <p:extLst>
      <p:ext uri="{BB962C8B-B14F-4D97-AF65-F5344CB8AC3E}">
        <p14:creationId xmlns:p14="http://schemas.microsoft.com/office/powerpoint/2010/main" val="4269923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EEC77-616F-3C07-0BA7-FF22A4666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API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31F34-DA59-CC13-F78C-6CE26D585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Objective: </a:t>
            </a:r>
          </a:p>
          <a:p>
            <a:pPr marL="0" indent="0">
              <a:buNone/>
            </a:pPr>
            <a:r>
              <a:rPr lang="en-US" sz="2400" dirty="0"/>
              <a:t>Transform DRROS into a system that can: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Plug into </a:t>
            </a:r>
            <a:r>
              <a:rPr lang="en-US" sz="2400" b="1" dirty="0"/>
              <a:t>government data pipelines</a:t>
            </a:r>
            <a:r>
              <a:rPr lang="en-US" sz="2400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Exchange data in </a:t>
            </a:r>
            <a:r>
              <a:rPr lang="en-US" sz="2400" b="1" dirty="0"/>
              <a:t>real-time</a:t>
            </a:r>
            <a:r>
              <a:rPr lang="en-US" sz="2400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Work with </a:t>
            </a:r>
            <a:r>
              <a:rPr lang="en-US" sz="2400" b="1" dirty="0"/>
              <a:t>existing GIS + control room tools</a:t>
            </a:r>
            <a:endParaRPr lang="en-US" sz="2400" dirty="0"/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46114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08061-0626-4DD7-36FF-2B9EB8BDB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14400"/>
          </a:xfrm>
        </p:spPr>
        <p:txBody>
          <a:bodyPr/>
          <a:lstStyle/>
          <a:p>
            <a:pPr algn="ctr"/>
            <a:r>
              <a:rPr lang="en-IN" b="1" dirty="0"/>
              <a:t>GDACS + WEATHER API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F966B-874A-ECFE-58C2-88337AA78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69807"/>
            <a:ext cx="8596668" cy="4271556"/>
          </a:xfrm>
        </p:spPr>
        <p:txBody>
          <a:bodyPr>
            <a:normAutofit/>
          </a:bodyPr>
          <a:lstStyle/>
          <a:p>
            <a:r>
              <a:rPr lang="en-US" sz="2400" dirty="0"/>
              <a:t>The system integrates real-time disaster data from GDACS, converts it into structured incidents, and uses a greedy optimization algorithm enhanced with weather-based weighting to allocate resources efficiently based on severity, distance, and environmental conditions.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2170058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B6893-B37E-E32C-565D-C38BF3010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796413"/>
            <a:ext cx="8596668" cy="5244949"/>
          </a:xfrm>
        </p:spPr>
        <p:txBody>
          <a:bodyPr>
            <a:normAutofit fontScale="92500" lnSpcReduction="20000"/>
          </a:bodyPr>
          <a:lstStyle/>
          <a:p>
            <a:r>
              <a:rPr lang="en-IN" sz="2400" dirty="0"/>
              <a:t>Fetch GDACS events 🌍</a:t>
            </a:r>
          </a:p>
          <a:p>
            <a:r>
              <a:rPr lang="en-IN" sz="2400" dirty="0"/>
              <a:t>        ↓</a:t>
            </a:r>
          </a:p>
          <a:p>
            <a:r>
              <a:rPr lang="en-IN" sz="2400" dirty="0"/>
              <a:t>Convert to Incident objects</a:t>
            </a:r>
          </a:p>
          <a:p>
            <a:r>
              <a:rPr lang="en-IN" sz="2400" dirty="0"/>
              <a:t>        ↓</a:t>
            </a:r>
          </a:p>
          <a:p>
            <a:r>
              <a:rPr lang="en-IN" sz="2400" dirty="0"/>
              <a:t>Generate available resources 🚑</a:t>
            </a:r>
          </a:p>
          <a:p>
            <a:r>
              <a:rPr lang="en-IN" sz="2400" dirty="0"/>
              <a:t>        ↓</a:t>
            </a:r>
          </a:p>
          <a:p>
            <a:r>
              <a:rPr lang="en-IN" sz="2400" dirty="0"/>
              <a:t>Fetch weather for each incident 🌦️</a:t>
            </a:r>
          </a:p>
          <a:p>
            <a:r>
              <a:rPr lang="en-IN" sz="2400" dirty="0"/>
              <a:t>        ↓</a:t>
            </a:r>
          </a:p>
          <a:p>
            <a:r>
              <a:rPr lang="en-IN" sz="2400" dirty="0"/>
              <a:t>Calculate scores (severity + distance + weather)</a:t>
            </a:r>
          </a:p>
          <a:p>
            <a:r>
              <a:rPr lang="en-IN" sz="2400" dirty="0"/>
              <a:t>        ↓</a:t>
            </a:r>
          </a:p>
          <a:p>
            <a:r>
              <a:rPr lang="en-IN" sz="2400" dirty="0"/>
              <a:t>Allocate best resources</a:t>
            </a:r>
          </a:p>
          <a:p>
            <a:r>
              <a:rPr lang="en-IN" sz="2400" dirty="0"/>
              <a:t>        ↓</a:t>
            </a:r>
          </a:p>
          <a:p>
            <a:r>
              <a:rPr lang="en-IN" sz="2400" dirty="0"/>
              <a:t>Print results</a:t>
            </a:r>
          </a:p>
        </p:txBody>
      </p:sp>
    </p:spTree>
    <p:extLst>
      <p:ext uri="{BB962C8B-B14F-4D97-AF65-F5344CB8AC3E}">
        <p14:creationId xmlns:p14="http://schemas.microsoft.com/office/powerpoint/2010/main" val="6715634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3CC2E6F-8063-7D91-F5E6-0008D12E4B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906545"/>
              </p:ext>
            </p:extLst>
          </p:nvPr>
        </p:nvGraphicFramePr>
        <p:xfrm>
          <a:off x="677863" y="1042220"/>
          <a:ext cx="8596313" cy="5132439"/>
        </p:xfrm>
        <a:graphic>
          <a:graphicData uri="http://schemas.openxmlformats.org/drawingml/2006/table">
            <a:tbl>
              <a:tblPr/>
              <a:tblGrid>
                <a:gridCol w="2823309">
                  <a:extLst>
                    <a:ext uri="{9D8B030D-6E8A-4147-A177-3AD203B41FA5}">
                      <a16:colId xmlns:a16="http://schemas.microsoft.com/office/drawing/2014/main" val="1372786341"/>
                    </a:ext>
                  </a:extLst>
                </a:gridCol>
                <a:gridCol w="2866168">
                  <a:extLst>
                    <a:ext uri="{9D8B030D-6E8A-4147-A177-3AD203B41FA5}">
                      <a16:colId xmlns:a16="http://schemas.microsoft.com/office/drawing/2014/main" val="2480180082"/>
                    </a:ext>
                  </a:extLst>
                </a:gridCol>
                <a:gridCol w="2906836">
                  <a:extLst>
                    <a:ext uri="{9D8B030D-6E8A-4147-A177-3AD203B41FA5}">
                      <a16:colId xmlns:a16="http://schemas.microsoft.com/office/drawing/2014/main" val="573418436"/>
                    </a:ext>
                  </a:extLst>
                </a:gridCol>
              </a:tblGrid>
              <a:tr h="59117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effectLst/>
                          <a:latin typeface="Arial" panose="020B0604020202020204" pitchFamily="34" charset="0"/>
                        </a:rPr>
                        <a:t>Aspect</a:t>
                      </a:r>
                    </a:p>
                  </a:txBody>
                  <a:tcPr marL="90096" marR="90096" marT="45048" marB="45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effectLst/>
                          <a:latin typeface="Arial" panose="020B0604020202020204" pitchFamily="34" charset="0"/>
                        </a:rPr>
                        <a:t>🧪 Original Code</a:t>
                      </a:r>
                    </a:p>
                  </a:txBody>
                  <a:tcPr marL="90096" marR="90096" marT="45048" marB="45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effectLst/>
                          <a:latin typeface="Arial" panose="020B0604020202020204" pitchFamily="34" charset="0"/>
                        </a:rPr>
                        <a:t>🚀 Final Code</a:t>
                      </a:r>
                    </a:p>
                  </a:txBody>
                  <a:tcPr marL="90096" marR="90096" marT="45048" marB="45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3636078"/>
                  </a:ext>
                </a:extLst>
              </a:tr>
              <a:tr h="59117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>
                          <a:effectLst/>
                          <a:latin typeface="Arial" panose="020B0604020202020204" pitchFamily="34" charset="0"/>
                        </a:rPr>
                        <a:t>Incident Source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096" marR="90096" marT="45048" marB="45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effectLst/>
                          <a:latin typeface="Arial" panose="020B0604020202020204" pitchFamily="34" charset="0"/>
                        </a:rPr>
                        <a:t>Random data</a:t>
                      </a:r>
                    </a:p>
                  </a:txBody>
                  <a:tcPr marL="90096" marR="90096" marT="45048" marB="45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effectLst/>
                          <a:latin typeface="Arial" panose="020B0604020202020204" pitchFamily="34" charset="0"/>
                        </a:rPr>
                        <a:t>GDACS real-time data 🌍</a:t>
                      </a:r>
                    </a:p>
                  </a:txBody>
                  <a:tcPr marL="90096" marR="90096" marT="45048" marB="45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9666731"/>
                  </a:ext>
                </a:extLst>
              </a:tr>
              <a:tr h="59117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>
                          <a:effectLst/>
                          <a:latin typeface="Arial" panose="020B0604020202020204" pitchFamily="34" charset="0"/>
                        </a:rPr>
                        <a:t>Coordinates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096" marR="90096" marT="45048" marB="45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effectLst/>
                          <a:latin typeface="Arial" panose="020B0604020202020204" pitchFamily="34" charset="0"/>
                        </a:rPr>
                        <a:t>Random</a:t>
                      </a:r>
                    </a:p>
                  </a:txBody>
                  <a:tcPr marL="90096" marR="90096" marT="45048" marB="45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effectLst/>
                          <a:latin typeface="Arial" panose="020B0604020202020204" pitchFamily="34" charset="0"/>
                        </a:rPr>
                        <a:t>Real coordinates</a:t>
                      </a:r>
                    </a:p>
                  </a:txBody>
                  <a:tcPr marL="90096" marR="90096" marT="45048" marB="45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4924281"/>
                  </a:ext>
                </a:extLst>
              </a:tr>
              <a:tr h="59117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>
                          <a:effectLst/>
                          <a:latin typeface="Arial" panose="020B0604020202020204" pitchFamily="34" charset="0"/>
                        </a:rPr>
                        <a:t>Severity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096" marR="90096" marT="45048" marB="45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effectLst/>
                          <a:latin typeface="Arial" panose="020B0604020202020204" pitchFamily="34" charset="0"/>
                        </a:rPr>
                        <a:t>Random</a:t>
                      </a:r>
                    </a:p>
                  </a:txBody>
                  <a:tcPr marL="90096" marR="90096" marT="45048" marB="45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effectLst/>
                          <a:latin typeface="Arial" panose="020B0604020202020204" pitchFamily="34" charset="0"/>
                        </a:rPr>
                        <a:t>Based on alert level</a:t>
                      </a:r>
                    </a:p>
                  </a:txBody>
                  <a:tcPr marL="90096" marR="90096" marT="45048" marB="45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4334118"/>
                  </a:ext>
                </a:extLst>
              </a:tr>
              <a:tr h="59117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>
                          <a:effectLst/>
                          <a:latin typeface="Arial" panose="020B0604020202020204" pitchFamily="34" charset="0"/>
                        </a:rPr>
                        <a:t>Weather Factor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096" marR="90096" marT="45048" marB="45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 dirty="0">
                          <a:effectLst/>
                          <a:latin typeface="Arial" panose="020B0604020202020204" pitchFamily="34" charset="0"/>
                        </a:rPr>
                        <a:t>❌ Not used</a:t>
                      </a:r>
                    </a:p>
                  </a:txBody>
                  <a:tcPr marL="90096" marR="90096" marT="45048" marB="45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effectLst/>
                          <a:latin typeface="Arial" panose="020B0604020202020204" pitchFamily="34" charset="0"/>
                        </a:rPr>
                        <a:t>✅ Used 🌦️</a:t>
                      </a:r>
                    </a:p>
                  </a:txBody>
                  <a:tcPr marL="90096" marR="90096" marT="45048" marB="45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838454"/>
                  </a:ext>
                </a:extLst>
              </a:tr>
              <a:tr h="9942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>
                          <a:effectLst/>
                          <a:latin typeface="Arial" panose="020B0604020202020204" pitchFamily="34" charset="0"/>
                        </a:rPr>
                        <a:t>Scoring Formula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096" marR="90096" marT="45048" marB="45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effectLst/>
                          <a:latin typeface="Courier New" panose="02070309020205020404" pitchFamily="49" charset="0"/>
                        </a:rPr>
                        <a:t>severity / distance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096" marR="90096" marT="45048" marB="45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effectLst/>
                          <a:latin typeface="Courier New" panose="02070309020205020404" pitchFamily="49" charset="0"/>
                        </a:rPr>
                        <a:t>(severity × weather) / distance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096" marR="90096" marT="45048" marB="45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523636"/>
                  </a:ext>
                </a:extLst>
              </a:tr>
              <a:tr h="59117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>
                          <a:effectLst/>
                          <a:latin typeface="Arial" panose="020B0604020202020204" pitchFamily="34" charset="0"/>
                        </a:rPr>
                        <a:t>System Type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096" marR="90096" marT="45048" marB="45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effectLst/>
                          <a:latin typeface="Arial" panose="020B0604020202020204" pitchFamily="34" charset="0"/>
                        </a:rPr>
                        <a:t>Simulation</a:t>
                      </a:r>
                    </a:p>
                  </a:txBody>
                  <a:tcPr marL="90096" marR="90096" marT="45048" marB="45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effectLst/>
                          <a:latin typeface="Arial" panose="020B0604020202020204" pitchFamily="34" charset="0"/>
                        </a:rPr>
                        <a:t>Real-world system</a:t>
                      </a:r>
                    </a:p>
                  </a:txBody>
                  <a:tcPr marL="90096" marR="90096" marT="45048" marB="45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3299058"/>
                  </a:ext>
                </a:extLst>
              </a:tr>
              <a:tr h="59117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>
                          <a:effectLst/>
                          <a:latin typeface="Arial" panose="020B0604020202020204" pitchFamily="34" charset="0"/>
                        </a:rPr>
                        <a:t>APIs Used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096" marR="90096" marT="45048" marB="45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effectLst/>
                          <a:latin typeface="Arial" panose="020B0604020202020204" pitchFamily="34" charset="0"/>
                        </a:rPr>
                        <a:t>None</a:t>
                      </a:r>
                    </a:p>
                  </a:txBody>
                  <a:tcPr marL="90096" marR="90096" marT="45048" marB="45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 dirty="0">
                          <a:effectLst/>
                          <a:latin typeface="Arial" panose="020B0604020202020204" pitchFamily="34" charset="0"/>
                        </a:rPr>
                        <a:t>GDACS + Weather</a:t>
                      </a:r>
                    </a:p>
                  </a:txBody>
                  <a:tcPr marL="90096" marR="90096" marT="45048" marB="45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6839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96439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777AE-8876-99EA-EC84-0A3F466F8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PILOT COLLABORATIONS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8E081-DED3-3282-CFFE-8E56F0303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We will run the DRROS System with real stakeholders(government/agencies) on a small scale pilot.</a:t>
            </a:r>
          </a:p>
          <a:p>
            <a:pPr marL="0" indent="0">
              <a:buNone/>
            </a:pPr>
            <a:r>
              <a:rPr lang="en-IN" sz="2400" dirty="0"/>
              <a:t>Target Authorities :-</a:t>
            </a:r>
          </a:p>
          <a:p>
            <a:r>
              <a:rPr lang="en-IN" sz="2400" dirty="0"/>
              <a:t>District Magistrate </a:t>
            </a:r>
          </a:p>
          <a:p>
            <a:r>
              <a:rPr lang="en-IN" sz="2400" dirty="0"/>
              <a:t>State Disaster Management Authority</a:t>
            </a:r>
          </a:p>
        </p:txBody>
      </p:sp>
    </p:spTree>
    <p:extLst>
      <p:ext uri="{BB962C8B-B14F-4D97-AF65-F5344CB8AC3E}">
        <p14:creationId xmlns:p14="http://schemas.microsoft.com/office/powerpoint/2010/main" val="29389015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8EBF4-D2BA-B56E-F49E-2CB0C8BF5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GOVERNMENT INNOVATION PROGRAMS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E4656-6590-776F-D9E8-7913D5676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Startup and Innovation Programs:-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Startup India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Atal Innovation Mission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Smart India Hackathon</a:t>
            </a:r>
          </a:p>
        </p:txBody>
      </p:sp>
    </p:spTree>
    <p:extLst>
      <p:ext uri="{BB962C8B-B14F-4D97-AF65-F5344CB8AC3E}">
        <p14:creationId xmlns:p14="http://schemas.microsoft.com/office/powerpoint/2010/main" val="30280610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2CCC7-1198-7EDB-62E7-EFB450014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44F70-E718-FCE4-EA6C-24F9A9623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Objective:</a:t>
            </a:r>
          </a:p>
          <a:p>
            <a:pPr marL="0" indent="0">
              <a:buNone/>
            </a:pPr>
            <a:r>
              <a:rPr lang="en-US" sz="2400" dirty="0"/>
              <a:t>Make DRROS - </a:t>
            </a:r>
          </a:p>
          <a:p>
            <a:r>
              <a:rPr lang="en-US" sz="2400" b="1" dirty="0"/>
              <a:t>Secure</a:t>
            </a:r>
            <a:r>
              <a:rPr lang="en-US" sz="2400" dirty="0"/>
              <a:t> (no data leaks / hacks) </a:t>
            </a:r>
          </a:p>
          <a:p>
            <a:r>
              <a:rPr lang="en-US" sz="2400" b="1" dirty="0"/>
              <a:t>Compliant</a:t>
            </a:r>
            <a:r>
              <a:rPr lang="en-US" sz="2400" dirty="0"/>
              <a:t> (follows Indian laws) </a:t>
            </a:r>
          </a:p>
          <a:p>
            <a:r>
              <a:rPr lang="en-US" sz="2400" b="1" dirty="0"/>
              <a:t>Trustworthy</a:t>
            </a:r>
            <a:r>
              <a:rPr lang="en-US" sz="2400" dirty="0"/>
              <a:t> (government can rely on it in crises)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1053142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3029F-2D97-FC71-254E-B7EEC6CDD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REAL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8D0BB-5AA2-CE8F-A58A-538BE8C09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Proving efficiency of DRROS by running simulations on real life scenarios. </a:t>
            </a:r>
          </a:p>
          <a:p>
            <a:pPr marL="0" indent="0">
              <a:buNone/>
            </a:pPr>
            <a:r>
              <a:rPr lang="en-IN" sz="2400" dirty="0"/>
              <a:t>Key Metrics of this phase are – </a:t>
            </a:r>
          </a:p>
          <a:p>
            <a:pPr marL="0" indent="0">
              <a:buNone/>
            </a:pPr>
            <a:r>
              <a:rPr lang="en-US" sz="2400" b="1" dirty="0"/>
              <a:t>1. Response Time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Time to allocate resources </a:t>
            </a:r>
          </a:p>
          <a:p>
            <a:pPr marL="0" indent="0">
              <a:buNone/>
            </a:pPr>
            <a:r>
              <a:rPr lang="en-US" sz="2400" dirty="0"/>
              <a:t>2. </a:t>
            </a:r>
            <a:r>
              <a:rPr lang="en-US" sz="2400" b="1" dirty="0"/>
              <a:t>Resource Utilization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% of resources effectively used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3025782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1E31E-CD9A-8005-124D-90B22FF6A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6813"/>
            <a:ext cx="8596668" cy="63319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3. </a:t>
            </a:r>
            <a:r>
              <a:rPr lang="en-US" sz="2400" b="1" dirty="0"/>
              <a:t>Allocation Accuracy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Right resources sent to right place</a:t>
            </a:r>
          </a:p>
          <a:p>
            <a:pPr marL="0" indent="0">
              <a:buNone/>
            </a:pPr>
            <a:r>
              <a:rPr lang="en-US" sz="2400" dirty="0"/>
              <a:t>4. </a:t>
            </a:r>
            <a:r>
              <a:rPr lang="en-US" sz="2400" b="1" dirty="0"/>
              <a:t>Coordination Efficiency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Number of communication delays</a:t>
            </a:r>
          </a:p>
          <a:p>
            <a:pPr marL="0" indent="0">
              <a:buNone/>
            </a:pPr>
            <a:r>
              <a:rPr lang="en-US" sz="2400" dirty="0"/>
              <a:t>5. </a:t>
            </a:r>
            <a:r>
              <a:rPr lang="en-IN" sz="2400" b="1" dirty="0"/>
              <a:t>Prediction Accuracy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AI correctness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03024029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543</TotalTime>
  <Words>975</Words>
  <Application>Microsoft Office PowerPoint</Application>
  <PresentationFormat>Widescreen</PresentationFormat>
  <Paragraphs>145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Aptos</vt:lpstr>
      <vt:lpstr>Arial</vt:lpstr>
      <vt:lpstr>Courier New</vt:lpstr>
      <vt:lpstr>Trebuchet MS</vt:lpstr>
      <vt:lpstr>Wingdings</vt:lpstr>
      <vt:lpstr>Wingdings 3</vt:lpstr>
      <vt:lpstr>Facet</vt:lpstr>
      <vt:lpstr>DISASTER MANAGEMNT AND RESOURCE ALLOCATION SYSTEM </vt:lpstr>
      <vt:lpstr>INTRODUCTION</vt:lpstr>
      <vt:lpstr>CURRENT SYSTEMS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SOLUTION</vt:lpstr>
      <vt:lpstr>PowerPoint Presentation</vt:lpstr>
      <vt:lpstr>ADVANTAGES</vt:lpstr>
      <vt:lpstr>PowerPoint Presentation</vt:lpstr>
      <vt:lpstr>PowerPoint Presentation</vt:lpstr>
      <vt:lpstr>FUTURE ROADMAP</vt:lpstr>
      <vt:lpstr>API INTEGRATION</vt:lpstr>
      <vt:lpstr>GDACS + WEATHER API INTEGRATION</vt:lpstr>
      <vt:lpstr>PowerPoint Presentation</vt:lpstr>
      <vt:lpstr>PowerPoint Presentation</vt:lpstr>
      <vt:lpstr>PILOT COLLABORATIONS</vt:lpstr>
      <vt:lpstr>GOVERNMENT INNOVATION PROGRAMS</vt:lpstr>
      <vt:lpstr>SECURITY</vt:lpstr>
      <vt:lpstr>REAL IMPACT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Aggarwal</dc:creator>
  <cp:lastModifiedBy>Aditya Aggarwal</cp:lastModifiedBy>
  <cp:revision>1</cp:revision>
  <dcterms:created xsi:type="dcterms:W3CDTF">2026-02-14T06:45:12Z</dcterms:created>
  <dcterms:modified xsi:type="dcterms:W3CDTF">2026-04-12T11:56:12Z</dcterms:modified>
</cp:coreProperties>
</file>